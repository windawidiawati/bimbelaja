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3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11/20/2024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6313" y="3555051"/>
            <a:ext cx="7766936" cy="735068"/>
          </a:xfrm>
        </p:spPr>
        <p:txBody>
          <a:bodyPr/>
          <a:lstStyle/>
          <a:p>
            <a:r>
              <a:rPr lang="id-ID" sz="4000" b="1" dirty="0"/>
              <a:t>PERBEDAAN PBO DENGAN PEMROGRAMAN </a:t>
            </a:r>
            <a:r>
              <a:rPr lang="id-ID" sz="4000" b="1" dirty="0" smtClean="0"/>
              <a:t>TERSTRUKTUR</a:t>
            </a:r>
            <a:r>
              <a:rPr lang="en-US" sz="4000" b="1" dirty="0" smtClean="0"/>
              <a:t/>
            </a:r>
            <a:br>
              <a:rPr lang="en-US" sz="4000" b="1" dirty="0" smtClean="0"/>
            </a:br>
            <a:r>
              <a:rPr lang="en-US" sz="1800" b="1" dirty="0" smtClean="0"/>
              <a:t>MUHAMMAD RAFLI (2303099)</a:t>
            </a:r>
            <a:endParaRPr lang="id-ID" sz="4000" dirty="0">
              <a:effectLst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77382" y="2341676"/>
            <a:ext cx="4710549" cy="529712"/>
          </a:xfrm>
        </p:spPr>
        <p:txBody>
          <a:bodyPr/>
          <a:lstStyle/>
          <a:p>
            <a:r>
              <a:rPr lang="id-ID" dirty="0"/>
              <a:t>Pemrograman Berorientasi Objek (PBO)</a:t>
            </a:r>
            <a:endParaRPr lang="id-ID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6078454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583" y="438684"/>
            <a:ext cx="8596668" cy="492807"/>
          </a:xfrm>
        </p:spPr>
        <p:txBody>
          <a:bodyPr>
            <a:normAutofit/>
          </a:bodyPr>
          <a:lstStyle/>
          <a:p>
            <a:r>
              <a:rPr lang="id-ID" sz="2000" b="1" dirty="0"/>
              <a:t>Perbedaan Pemrograman terstruktur dengan PBO</a:t>
            </a:r>
            <a:endParaRPr lang="id-ID" sz="2000" dirty="0">
              <a:effectLst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462" y="991312"/>
            <a:ext cx="9094540" cy="5161145"/>
          </a:xfrm>
        </p:spPr>
        <p:txBody>
          <a:bodyPr>
            <a:normAutofit/>
          </a:bodyPr>
          <a:lstStyle/>
          <a:p>
            <a:r>
              <a:rPr lang="id-ID" sz="1400" dirty="0"/>
              <a:t>Pemrograman terstruktur:</a:t>
            </a:r>
            <a:endParaRPr lang="id-ID" sz="1400" dirty="0"/>
          </a:p>
          <a:p>
            <a:pPr fontAlgn="base"/>
            <a:r>
              <a:rPr lang="id-ID" sz="1400" dirty="0"/>
              <a:t/>
            </a:r>
            <a:br>
              <a:rPr lang="id-ID" sz="1400" dirty="0"/>
            </a:br>
            <a:r>
              <a:rPr lang="id-ID" sz="1400" dirty="0"/>
              <a:t>Berbasis fungsi/prosedur untuk menyelesaikan tugas.</a:t>
            </a:r>
          </a:p>
          <a:p>
            <a:pPr fontAlgn="base"/>
            <a:r>
              <a:rPr lang="id-ID" sz="1400" dirty="0"/>
              <a:t>Program dibangun menggunakan fungsi atau prosedur</a:t>
            </a:r>
          </a:p>
          <a:p>
            <a:pPr fontAlgn="base"/>
            <a:r>
              <a:rPr lang="id-ID" sz="1400" dirty="0"/>
              <a:t>Fokus pada </a:t>
            </a:r>
            <a:r>
              <a:rPr lang="id-ID" sz="1400" dirty="0" smtClean="0"/>
              <a:t>langkah-langkah </a:t>
            </a:r>
            <a:r>
              <a:rPr lang="id-ID" sz="1400" dirty="0"/>
              <a:t>(langkah demi langkah</a:t>
            </a:r>
            <a:r>
              <a:rPr lang="id-ID" sz="1400" dirty="0" smtClean="0"/>
              <a:t>)</a:t>
            </a:r>
            <a:endParaRPr lang="en-US" sz="1400" dirty="0" smtClean="0"/>
          </a:p>
          <a:p>
            <a:pPr fontAlgn="base"/>
            <a:endParaRPr lang="en-US" sz="1400" dirty="0"/>
          </a:p>
          <a:p>
            <a:pPr fontAlgn="base"/>
            <a:endParaRPr lang="en-US" sz="1400" dirty="0" smtClean="0"/>
          </a:p>
          <a:p>
            <a:r>
              <a:rPr lang="id-ID" sz="1400" dirty="0"/>
              <a:t>PBO </a:t>
            </a:r>
            <a:r>
              <a:rPr lang="id-ID" sz="1400" dirty="0" smtClean="0"/>
              <a:t>:</a:t>
            </a:r>
            <a:endParaRPr lang="en-US" sz="1400" dirty="0" smtClean="0"/>
          </a:p>
          <a:p>
            <a:r>
              <a:rPr lang="id-ID" sz="1400" dirty="0"/>
              <a:t/>
            </a:r>
            <a:br>
              <a:rPr lang="id-ID" sz="1400" dirty="0"/>
            </a:br>
            <a:r>
              <a:rPr lang="id-ID" sz="1400" dirty="0"/>
              <a:t>Berbasis objek yang memiliki atribut dan metode.</a:t>
            </a:r>
          </a:p>
          <a:p>
            <a:pPr fontAlgn="base"/>
            <a:r>
              <a:rPr lang="id-ID" sz="1400" dirty="0"/>
              <a:t>Program dibangun menggunakan kelas dan objek.</a:t>
            </a:r>
          </a:p>
          <a:p>
            <a:pPr fontAlgn="base"/>
            <a:r>
              <a:rPr lang="id-ID" sz="1400" dirty="0"/>
              <a:t>Fokus pada representasi entitas dunia nyata.</a:t>
            </a:r>
          </a:p>
          <a:p>
            <a:pPr marL="0" indent="0">
              <a:buNone/>
            </a:pPr>
            <a:endParaRPr lang="id-ID" sz="1400" dirty="0"/>
          </a:p>
        </p:txBody>
      </p:sp>
    </p:spTree>
    <p:extLst>
      <p:ext uri="{BB962C8B-B14F-4D97-AF65-F5344CB8AC3E}">
        <p14:creationId xmlns:p14="http://schemas.microsoft.com/office/powerpoint/2010/main" val="26991704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410" y="361772"/>
            <a:ext cx="8596668" cy="432987"/>
          </a:xfrm>
        </p:spPr>
        <p:txBody>
          <a:bodyPr>
            <a:normAutofit fontScale="90000"/>
          </a:bodyPr>
          <a:lstStyle/>
          <a:p>
            <a:r>
              <a:rPr lang="id-ID" sz="1600" b="1" dirty="0"/>
              <a:t>1.Pemrograman </a:t>
            </a:r>
            <a:r>
              <a:rPr lang="id-ID" sz="1600" b="1" dirty="0" smtClean="0"/>
              <a:t>Terstruktur</a:t>
            </a:r>
            <a:r>
              <a:rPr lang="en-US" sz="1600" b="1" dirty="0" smtClean="0"/>
              <a:t/>
            </a:r>
            <a:br>
              <a:rPr lang="en-US" sz="1600" b="1" dirty="0" smtClean="0"/>
            </a:br>
            <a:r>
              <a:rPr lang="en-US" sz="1600" b="1" dirty="0" smtClean="0"/>
              <a:t>  </a:t>
            </a:r>
            <a:r>
              <a:rPr lang="id-ID" sz="1400" b="1" dirty="0" smtClean="0"/>
              <a:t>Kode </a:t>
            </a:r>
            <a:r>
              <a:rPr lang="id-ID" sz="1400" b="1" dirty="0"/>
              <a:t>Program</a:t>
            </a:r>
            <a:r>
              <a:rPr lang="id-ID" sz="1400" dirty="0"/>
              <a:t/>
            </a:r>
            <a:br>
              <a:rPr lang="id-ID" sz="1400" dirty="0"/>
            </a:br>
            <a:endParaRPr lang="id-ID" sz="1600" dirty="0">
              <a:effectLst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673" y="974725"/>
            <a:ext cx="4947079" cy="5067300"/>
          </a:xfrm>
        </p:spPr>
      </p:pic>
    </p:spTree>
    <p:extLst>
      <p:ext uri="{BB962C8B-B14F-4D97-AF65-F5344CB8AC3E}">
        <p14:creationId xmlns:p14="http://schemas.microsoft.com/office/powerpoint/2010/main" val="1982330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949" y="216494"/>
            <a:ext cx="8596668" cy="424441"/>
          </a:xfrm>
        </p:spPr>
        <p:txBody>
          <a:bodyPr>
            <a:normAutofit/>
          </a:bodyPr>
          <a:lstStyle/>
          <a:p>
            <a:r>
              <a:rPr lang="en-US" sz="1800" dirty="0" smtClean="0"/>
              <a:t>Output </a:t>
            </a:r>
            <a:endParaRPr lang="id-ID" sz="1800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4423" y="784761"/>
            <a:ext cx="4838700" cy="3070860"/>
          </a:xfrm>
        </p:spPr>
      </p:pic>
    </p:spTree>
    <p:extLst>
      <p:ext uri="{BB962C8B-B14F-4D97-AF65-F5344CB8AC3E}">
        <p14:creationId xmlns:p14="http://schemas.microsoft.com/office/powerpoint/2010/main" val="20568209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8411" y="695058"/>
            <a:ext cx="8596668" cy="535536"/>
          </a:xfrm>
        </p:spPr>
        <p:txBody>
          <a:bodyPr>
            <a:normAutofit fontScale="90000"/>
          </a:bodyPr>
          <a:lstStyle/>
          <a:p>
            <a:r>
              <a:rPr lang="en-US" sz="2000" b="1" dirty="0" smtClean="0"/>
              <a:t>2. PBO</a:t>
            </a:r>
            <a:br>
              <a:rPr lang="en-US" sz="2000" b="1" dirty="0" smtClean="0"/>
            </a:br>
            <a:r>
              <a:rPr lang="id-ID" sz="2000" b="1" dirty="0" smtClean="0"/>
              <a:t>Kode </a:t>
            </a:r>
            <a:r>
              <a:rPr lang="id-ID" sz="2000" b="1" dirty="0"/>
              <a:t>Program</a:t>
            </a:r>
            <a:endParaRPr lang="id-ID" sz="2000" b="1" dirty="0">
              <a:effectLst/>
            </a:endParaRP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828" y="1563688"/>
            <a:ext cx="7759968" cy="4478337"/>
          </a:xfrm>
        </p:spPr>
      </p:pic>
    </p:spTree>
    <p:extLst>
      <p:ext uri="{BB962C8B-B14F-4D97-AF65-F5344CB8AC3E}">
        <p14:creationId xmlns:p14="http://schemas.microsoft.com/office/powerpoint/2010/main" val="165069614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62</TotalTime>
  <Words>25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Trebuchet MS</vt:lpstr>
      <vt:lpstr>Wingdings 3</vt:lpstr>
      <vt:lpstr>Facet</vt:lpstr>
      <vt:lpstr>PERBEDAAN PBO DENGAN PEMROGRAMAN TERSTRUKTUR MUHAMMAD RAFLI (2303099)</vt:lpstr>
      <vt:lpstr>Perbedaan Pemrograman terstruktur dengan PBO</vt:lpstr>
      <vt:lpstr>1.Pemrograman Terstruktur   Kode Program </vt:lpstr>
      <vt:lpstr>Output </vt:lpstr>
      <vt:lpstr>2. PBO Kode Program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PERBEDAAN PBO DENGAN PEMROGRAMAN TERSTRUKTUR</dc:title>
  <dc:creator>RAFLI</dc:creator>
  <cp:lastModifiedBy>RAFLI</cp:lastModifiedBy>
  <cp:revision>5</cp:revision>
  <dcterms:created xsi:type="dcterms:W3CDTF">2024-11-20T09:12:57Z</dcterms:created>
  <dcterms:modified xsi:type="dcterms:W3CDTF">2024-11-20T10:15:33Z</dcterms:modified>
</cp:coreProperties>
</file>