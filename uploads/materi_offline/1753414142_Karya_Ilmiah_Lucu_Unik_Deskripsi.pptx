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Mengenal Karya Ilmiah: Nggak Serius, Tapi Ilmiah!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🎓 Disusun oleh: [Nama Kamu]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📍 [Nama Instansi]</a:t>
            </a:r>
          </a:p>
          <a:p>
            <a:br/>
            <a:pPr>
              <a:defRPr sz="1600" i="1">
                <a:solidFill>
                  <a:srgbClr val="646464"/>
                </a:solidFill>
                <a:latin typeface="Comic Sans MS"/>
              </a:defRPr>
            </a:pPr>
            <a:r>
              <a:t>📝 Pembukaan presentasi dengan suasana santai namun edukatif, memperkenalkan topik karya ilmiah.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Itu Karya Ilmiah?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📚 Tulisan hasil pemikiran/penelitian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🧠 Logis, sistematis, dan objektif</a:t>
            </a:r>
          </a:p>
          <a:p>
            <a:br/>
            <a:pPr>
              <a:defRPr sz="1600" i="1">
                <a:solidFill>
                  <a:srgbClr val="646464"/>
                </a:solidFill>
                <a:latin typeface="Comic Sans MS"/>
              </a:defRPr>
            </a:pPr>
            <a:r>
              <a:t>📝 Karya ilmiah adalah tulisan berdasarkan pemikiran atau penelitian yang disusun secara runtut dan logis.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Ciri-ciri Karya Ilmiah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📌 Objektif, bukan opini doang!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📌 Bahasa baku, no alay 😅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📌 Berdasarkan data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📌 Sistematis</a:t>
            </a:r>
          </a:p>
          <a:p>
            <a:br/>
            <a:pPr>
              <a:defRPr sz="1600" i="1">
                <a:solidFill>
                  <a:srgbClr val="646464"/>
                </a:solidFill>
                <a:latin typeface="Comic Sans MS"/>
              </a:defRPr>
            </a:pPr>
            <a:r>
              <a:t>📝 Karya ilmiah harus bersifat objektif, menggunakan bahasa formal, berdasarkan fakta, dan tersusun teratur.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Jenis-jenis Karya Ilmiah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📝 Makalah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📖 Skripsi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🔍 Artikel Ilmiah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👩‍🔬 Laporan Penelitian</a:t>
            </a:r>
          </a:p>
          <a:p>
            <a:br/>
            <a:pPr>
              <a:defRPr sz="1600" i="1">
                <a:solidFill>
                  <a:srgbClr val="646464"/>
                </a:solidFill>
                <a:latin typeface="Comic Sans MS"/>
              </a:defRPr>
            </a:pPr>
            <a:r>
              <a:t>📝 Beragam bentuk karya ilmiah memiliki tujuan dan kedalaman berbeda, dari makalah ringan hingga skripsi akademik.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Struktur Karya Ilmiah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🧩 Pendahuluan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🔧 Metode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📊 Hasil &amp; Pembahasan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🧾 Penutup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📚 Daftar Pustaka</a:t>
            </a:r>
          </a:p>
          <a:p>
            <a:br/>
            <a:pPr>
              <a:defRPr sz="1600" i="1">
                <a:solidFill>
                  <a:srgbClr val="646464"/>
                </a:solidFill>
                <a:latin typeface="Comic Sans MS"/>
              </a:defRPr>
            </a:pPr>
            <a:r>
              <a:t>📝 Struktur umum karya ilmiah terdiri dari bagian pembuka, proses penelitian, hasil, dan penutup.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Judul Karya Ilmiah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💡 Pengaruh Tidur Siang terhadap Nilai Matematika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💡 Efektivitas Kopi vs Teh dalam Menjaga Fokus Belajar</a:t>
            </a:r>
          </a:p>
          <a:p>
            <a:br/>
            <a:pPr>
              <a:defRPr sz="1600" i="1">
                <a:solidFill>
                  <a:srgbClr val="646464"/>
                </a:solidFill>
                <a:latin typeface="Comic Sans MS"/>
              </a:defRPr>
            </a:pPr>
            <a:r>
              <a:t>📝 Contoh-contoh judul karya ilmiah yang menarik dan relevan untuk mengasah minat serta berpikir kritis.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Menulis Karya Ilmiah (Anti-Bosan!)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🥰 Mulai dari topik yang kamu suka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🗂️ Bikin outline dulu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🧐 Riset dari sumber terpercaya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🙋‍♀️ Konsultasi sama pembimbing</a:t>
            </a:r>
          </a:p>
          <a:p>
            <a:br/>
            <a:pPr>
              <a:defRPr sz="1600" i="1">
                <a:solidFill>
                  <a:srgbClr val="646464"/>
                </a:solidFill>
                <a:latin typeface="Comic Sans MS"/>
              </a:defRPr>
            </a:pPr>
            <a:r>
              <a:t>📝 Tips praktis agar proses menulis karya ilmiah menjadi lebih menyenangkan dan tidak membosankan.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Kesalahan Umum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🚫 Plagiarisme = NO!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🚫 Bahasa informal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🚫 Data asal ambil</a:t>
            </a:r>
          </a:p>
          <a:p>
            <a:br/>
            <a:pPr>
              <a:defRPr sz="1600" i="1">
                <a:solidFill>
                  <a:srgbClr val="646464"/>
                </a:solidFill>
                <a:latin typeface="Comic Sans MS"/>
              </a:defRPr>
            </a:pPr>
            <a:r>
              <a:t>📝 Kesalahan umum yang harus dihindari saat menulis karya ilmiah agar kualitas tetap terjaga dan etis.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🎉 Menulis karya ilmiah = logika + rasa ingin tahu!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💪 Ayo coba mulai dari sekarang!</a:t>
            </a:r>
          </a:p>
          <a:p>
            <a:br/>
            <a:pPr>
              <a:defRPr sz="1600" i="1">
                <a:solidFill>
                  <a:srgbClr val="646464"/>
                </a:solidFill>
                <a:latin typeface="Comic Sans MS"/>
              </a:defRPr>
            </a:pPr>
            <a:r>
              <a:t>📝 Ajakan agar peserta mulai mencoba menulis karya ilmiah dengan semangat dan rasa penasaran.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❓ Ada pertanyaan?</a:t>
            </a:r>
          </a:p>
          <a:p>
            <a:pPr>
              <a:spcAft>
                <a:spcPts val="500"/>
              </a:spcAft>
              <a:defRPr sz="2200">
                <a:latin typeface="Comic Sans MS"/>
              </a:defRPr>
            </a:pPr>
            <a:r>
              <a:t>🐶 Jangan malu-malu, aku nggak gigit!</a:t>
            </a:r>
          </a:p>
          <a:p>
            <a:br/>
            <a:pPr>
              <a:defRPr sz="1600" i="1">
                <a:solidFill>
                  <a:srgbClr val="646464"/>
                </a:solidFill>
                <a:latin typeface="Comic Sans MS"/>
              </a:defRPr>
            </a:pPr>
            <a:r>
              <a:t>📝 Sesi tanya jawab untuk memperjelas materi dan menjawab kebingungan audiens.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