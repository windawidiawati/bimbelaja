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36"/>
  </p:notesMasterIdLst>
  <p:sldIdLst>
    <p:sldId id="256" r:id="rId2"/>
    <p:sldId id="353" r:id="rId3"/>
    <p:sldId id="258" r:id="rId4"/>
    <p:sldId id="332" r:id="rId5"/>
    <p:sldId id="260" r:id="rId6"/>
    <p:sldId id="315" r:id="rId7"/>
    <p:sldId id="261" r:id="rId8"/>
    <p:sldId id="298" r:id="rId9"/>
    <p:sldId id="335" r:id="rId10"/>
    <p:sldId id="342" r:id="rId11"/>
    <p:sldId id="337" r:id="rId12"/>
    <p:sldId id="330" r:id="rId13"/>
    <p:sldId id="336" r:id="rId14"/>
    <p:sldId id="333" r:id="rId15"/>
    <p:sldId id="343" r:id="rId16"/>
    <p:sldId id="334" r:id="rId17"/>
    <p:sldId id="339" r:id="rId18"/>
    <p:sldId id="338" r:id="rId19"/>
    <p:sldId id="340" r:id="rId20"/>
    <p:sldId id="299" r:id="rId21"/>
    <p:sldId id="321" r:id="rId22"/>
    <p:sldId id="341" r:id="rId23"/>
    <p:sldId id="300" r:id="rId24"/>
    <p:sldId id="344" r:id="rId25"/>
    <p:sldId id="345" r:id="rId26"/>
    <p:sldId id="346" r:id="rId27"/>
    <p:sldId id="347" r:id="rId28"/>
    <p:sldId id="348" r:id="rId29"/>
    <p:sldId id="349" r:id="rId30"/>
    <p:sldId id="350" r:id="rId31"/>
    <p:sldId id="351" r:id="rId32"/>
    <p:sldId id="352" r:id="rId33"/>
    <p:sldId id="301" r:id="rId34"/>
    <p:sldId id="312" r:id="rId35"/>
  </p:sldIdLst>
  <p:sldSz cx="9144000" cy="5143500" type="screen16x9"/>
  <p:notesSz cx="6858000" cy="9144000"/>
  <p:embeddedFontLst>
    <p:embeddedFont>
      <p:font typeface="Anaheim" panose="020B0604020202020204" charset="0"/>
      <p:regular r:id="rId37"/>
      <p:bold r:id="rId38"/>
    </p:embeddedFont>
    <p:embeddedFont>
      <p:font typeface="Karla" pitchFamily="2" charset="0"/>
      <p:regular r:id="rId39"/>
      <p:bold r:id="rId40"/>
    </p:embeddedFont>
    <p:embeddedFont>
      <p:font typeface="Lato" panose="020F0502020204030203" pitchFamily="34" charset="0"/>
      <p:regular r:id="rId41"/>
      <p:bold r:id="rId42"/>
      <p:italic r:id="rId43"/>
      <p:boldItalic r:id="rId44"/>
    </p:embeddedFont>
    <p:embeddedFont>
      <p:font typeface="Montserrat" panose="00000500000000000000" pitchFamily="2" charset="0"/>
      <p:regular r:id="rId45"/>
      <p:bold r:id="rId46"/>
      <p:italic r:id="rId47"/>
      <p:boldItalic r:id="rId48"/>
    </p:embeddedFont>
    <p:embeddedFont>
      <p:font typeface="Montserrat ExtraBold" panose="00000900000000000000" pitchFamily="2" charset="0"/>
      <p:bold r:id="rId49"/>
      <p:boldItalic r:id="rId50"/>
    </p:embeddedFont>
    <p:embeddedFont>
      <p:font typeface="Nunito Light" pitchFamily="2" charset="0"/>
      <p:regular r:id="rId51"/>
      <p:italic r:id="rId52"/>
    </p:embeddedFont>
    <p:embeddedFont>
      <p:font typeface="Raleway"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A2A1EF-4E8B-49C9-B734-22F8426B3313}">
  <a:tblStyle styleId="{0BA2A1EF-4E8B-49C9-B734-22F8426B331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DA1CB9F-BBD7-4927-89A8-A5E6C14A4F7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80" d="100"/>
          <a:sy n="80" d="100"/>
        </p:scale>
        <p:origin x="10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354438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3851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7940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2902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5393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9573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2222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9481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0687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4663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17317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1547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2508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034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8327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10833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1408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0832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5661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37139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6296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4380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82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273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49997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16009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95543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38927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93a0e3978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93a0e3978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51393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t="9" b="19"/>
          <a:stretch/>
        </p:blipFill>
        <p:spPr>
          <a:xfrm>
            <a:off x="1354" y="0"/>
            <a:ext cx="9141289" cy="5140452"/>
          </a:xfrm>
          <a:prstGeom prst="rect">
            <a:avLst/>
          </a:prstGeom>
          <a:noFill/>
          <a:ln>
            <a:noFill/>
          </a:ln>
        </p:spPr>
      </p:pic>
      <p:sp>
        <p:nvSpPr>
          <p:cNvPr id="10" name="Google Shape;10;p2"/>
          <p:cNvSpPr txBox="1">
            <a:spLocks noGrp="1"/>
          </p:cNvSpPr>
          <p:nvPr>
            <p:ph type="ctrTitle"/>
          </p:nvPr>
        </p:nvSpPr>
        <p:spPr>
          <a:xfrm>
            <a:off x="713225" y="772250"/>
            <a:ext cx="5399100" cy="22584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6633175" y="3686153"/>
            <a:ext cx="1797600" cy="597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t="69" b="79"/>
          <a:stretch/>
        </p:blipFill>
        <p:spPr>
          <a:xfrm flipH="1">
            <a:off x="1354" y="0"/>
            <a:ext cx="9141289" cy="5134363"/>
          </a:xfrm>
          <a:prstGeom prst="rect">
            <a:avLst/>
          </a:prstGeom>
          <a:noFill/>
          <a:ln>
            <a:noFill/>
          </a:ln>
        </p:spPr>
      </p:pic>
      <p:sp>
        <p:nvSpPr>
          <p:cNvPr id="14" name="Google Shape;14;p3"/>
          <p:cNvSpPr txBox="1">
            <a:spLocks noGrp="1"/>
          </p:cNvSpPr>
          <p:nvPr>
            <p:ph type="title"/>
          </p:nvPr>
        </p:nvSpPr>
        <p:spPr>
          <a:xfrm>
            <a:off x="3460675" y="2856450"/>
            <a:ext cx="4970100" cy="1626600"/>
          </a:xfrm>
          <a:prstGeom prst="rect">
            <a:avLst/>
          </a:prstGeom>
        </p:spPr>
        <p:txBody>
          <a:bodyPr spcFirstLastPara="1" wrap="square" lIns="91425" tIns="91425" rIns="91425" bIns="91425" anchor="b" anchorCtr="0">
            <a:noAutofit/>
          </a:bodyPr>
          <a:lstStyle>
            <a:lvl1pPr lvl="0" algn="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6956275" y="918275"/>
            <a:ext cx="1474500" cy="8418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6000" b="1">
                <a:latin typeface="Montserrat"/>
                <a:ea typeface="Montserrat"/>
                <a:cs typeface="Montserrat"/>
                <a:sym typeface="Montserrat"/>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pic>
        <p:nvPicPr>
          <p:cNvPr id="17" name="Google Shape;17;p4"/>
          <p:cNvPicPr preferRelativeResize="0"/>
          <p:nvPr/>
        </p:nvPicPr>
        <p:blipFill rotWithShape="1">
          <a:blip r:embed="rId2">
            <a:alphaModFix/>
          </a:blip>
          <a:srcRect t="89" b="89"/>
          <a:stretch/>
        </p:blipFill>
        <p:spPr>
          <a:xfrm rot="10800000" flipH="1">
            <a:off x="1354" y="0"/>
            <a:ext cx="9141289" cy="5132843"/>
          </a:xfrm>
          <a:prstGeom prst="rect">
            <a:avLst/>
          </a:prstGeom>
          <a:noFill/>
          <a:ln>
            <a:noFill/>
          </a:ln>
        </p:spPr>
      </p:pic>
      <p:sp>
        <p:nvSpPr>
          <p:cNvPr id="18" name="Google Shape;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 name="Google Shape;19;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pic>
        <p:nvPicPr>
          <p:cNvPr id="21" name="Google Shape;21;p5"/>
          <p:cNvPicPr preferRelativeResize="0"/>
          <p:nvPr/>
        </p:nvPicPr>
        <p:blipFill rotWithShape="1">
          <a:blip r:embed="rId2">
            <a:alphaModFix/>
          </a:blip>
          <a:srcRect t="89" b="89"/>
          <a:stretch/>
        </p:blipFill>
        <p:spPr>
          <a:xfrm rot="10800000">
            <a:off x="1354" y="0"/>
            <a:ext cx="9141289" cy="5132843"/>
          </a:xfrm>
          <a:prstGeom prst="rect">
            <a:avLst/>
          </a:prstGeom>
          <a:noFill/>
          <a:ln>
            <a:noFill/>
          </a:ln>
        </p:spPr>
      </p:pic>
      <p:sp>
        <p:nvSpPr>
          <p:cNvPr id="22" name="Google Shape;2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 name="Google Shape;23;p5"/>
          <p:cNvSpPr txBox="1">
            <a:spLocks noGrp="1"/>
          </p:cNvSpPr>
          <p:nvPr>
            <p:ph type="subTitle" idx="1"/>
          </p:nvPr>
        </p:nvSpPr>
        <p:spPr>
          <a:xfrm>
            <a:off x="4923250" y="2726550"/>
            <a:ext cx="2887500" cy="128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 name="Google Shape;24;p5"/>
          <p:cNvSpPr txBox="1">
            <a:spLocks noGrp="1"/>
          </p:cNvSpPr>
          <p:nvPr>
            <p:ph type="subTitle" idx="2"/>
          </p:nvPr>
        </p:nvSpPr>
        <p:spPr>
          <a:xfrm>
            <a:off x="1333225" y="2726550"/>
            <a:ext cx="2887500" cy="128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 name="Google Shape;25;p5"/>
          <p:cNvSpPr txBox="1">
            <a:spLocks noGrp="1"/>
          </p:cNvSpPr>
          <p:nvPr>
            <p:ph type="subTitle" idx="3"/>
          </p:nvPr>
        </p:nvSpPr>
        <p:spPr>
          <a:xfrm>
            <a:off x="1333225" y="2220875"/>
            <a:ext cx="28875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6" name="Google Shape;26;p5"/>
          <p:cNvSpPr txBox="1">
            <a:spLocks noGrp="1"/>
          </p:cNvSpPr>
          <p:nvPr>
            <p:ph type="subTitle" idx="4"/>
          </p:nvPr>
        </p:nvSpPr>
        <p:spPr>
          <a:xfrm>
            <a:off x="4923252" y="2220875"/>
            <a:ext cx="28875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pic>
        <p:nvPicPr>
          <p:cNvPr id="36" name="Google Shape;36;p8"/>
          <p:cNvPicPr preferRelativeResize="0"/>
          <p:nvPr/>
        </p:nvPicPr>
        <p:blipFill rotWithShape="1">
          <a:blip r:embed="rId2">
            <a:alphaModFix/>
          </a:blip>
          <a:srcRect t="69" b="79"/>
          <a:stretch/>
        </p:blipFill>
        <p:spPr>
          <a:xfrm>
            <a:off x="1354" y="0"/>
            <a:ext cx="9141289" cy="5134363"/>
          </a:xfrm>
          <a:prstGeom prst="rect">
            <a:avLst/>
          </a:prstGeom>
          <a:noFill/>
          <a:ln>
            <a:noFill/>
          </a:ln>
        </p:spPr>
      </p:pic>
      <p:sp>
        <p:nvSpPr>
          <p:cNvPr id="37" name="Google Shape;3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pic>
        <p:nvPicPr>
          <p:cNvPr id="39" name="Google Shape;39;p9"/>
          <p:cNvPicPr preferRelativeResize="0"/>
          <p:nvPr/>
        </p:nvPicPr>
        <p:blipFill rotWithShape="1">
          <a:blip r:embed="rId2">
            <a:alphaModFix/>
          </a:blip>
          <a:srcRect t="89" b="89"/>
          <a:stretch/>
        </p:blipFill>
        <p:spPr>
          <a:xfrm flipH="1">
            <a:off x="1354" y="0"/>
            <a:ext cx="9141289" cy="5132843"/>
          </a:xfrm>
          <a:prstGeom prst="rect">
            <a:avLst/>
          </a:prstGeom>
          <a:noFill/>
          <a:ln>
            <a:noFill/>
          </a:ln>
        </p:spPr>
      </p:pic>
      <p:sp>
        <p:nvSpPr>
          <p:cNvPr id="40" name="Google Shape;40;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1" name="Google Shape;41;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0" y="0"/>
            <a:ext cx="9144000" cy="5143500"/>
          </a:xfrm>
          <a:prstGeom prst="rect">
            <a:avLst/>
          </a:prstGeom>
          <a:noFill/>
          <a:ln>
            <a:noFill/>
          </a:ln>
        </p:spPr>
      </p:sp>
      <p:sp>
        <p:nvSpPr>
          <p:cNvPr id="44" name="Google Shape;44;p10"/>
          <p:cNvSpPr txBox="1">
            <a:spLocks noGrp="1"/>
          </p:cNvSpPr>
          <p:nvPr>
            <p:ph type="title"/>
          </p:nvPr>
        </p:nvSpPr>
        <p:spPr>
          <a:xfrm>
            <a:off x="1948800" y="4014450"/>
            <a:ext cx="5246400" cy="4416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t="39" b="49"/>
          <a:stretch/>
        </p:blipFill>
        <p:spPr>
          <a:xfrm>
            <a:off x="1354" y="0"/>
            <a:ext cx="9141289" cy="5137404"/>
          </a:xfrm>
          <a:prstGeom prst="rect">
            <a:avLst/>
          </a:prstGeom>
          <a:noFill/>
          <a:ln>
            <a:noFill/>
          </a:ln>
        </p:spPr>
      </p:pic>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13"/>
          <p:cNvSpPr txBox="1">
            <a:spLocks noGrp="1"/>
          </p:cNvSpPr>
          <p:nvPr>
            <p:ph type="title" idx="2" hasCustomPrompt="1"/>
          </p:nvPr>
        </p:nvSpPr>
        <p:spPr>
          <a:xfrm>
            <a:off x="720000" y="1630558"/>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b="1">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3" hasCustomPrompt="1"/>
          </p:nvPr>
        </p:nvSpPr>
        <p:spPr>
          <a:xfrm>
            <a:off x="720000" y="3298691"/>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b="1">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3306000" y="1630558"/>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b="1">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5" hasCustomPrompt="1"/>
          </p:nvPr>
        </p:nvSpPr>
        <p:spPr>
          <a:xfrm>
            <a:off x="3306000" y="3298691"/>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b="1">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5892000" y="1630558"/>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b="1">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5892000" y="3298691"/>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b="1">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1"/>
          </p:nvPr>
        </p:nvSpPr>
        <p:spPr>
          <a:xfrm>
            <a:off x="720000" y="2184900"/>
            <a:ext cx="2532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0" name="Google Shape;60;p13"/>
          <p:cNvSpPr txBox="1">
            <a:spLocks noGrp="1"/>
          </p:cNvSpPr>
          <p:nvPr>
            <p:ph type="subTitle" idx="8"/>
          </p:nvPr>
        </p:nvSpPr>
        <p:spPr>
          <a:xfrm>
            <a:off x="3306000" y="2184900"/>
            <a:ext cx="2532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1" name="Google Shape;61;p13"/>
          <p:cNvSpPr txBox="1">
            <a:spLocks noGrp="1"/>
          </p:cNvSpPr>
          <p:nvPr>
            <p:ph type="subTitle" idx="9"/>
          </p:nvPr>
        </p:nvSpPr>
        <p:spPr>
          <a:xfrm>
            <a:off x="5892000" y="2184900"/>
            <a:ext cx="2532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2" name="Google Shape;62;p13"/>
          <p:cNvSpPr txBox="1">
            <a:spLocks noGrp="1"/>
          </p:cNvSpPr>
          <p:nvPr>
            <p:ph type="subTitle" idx="13"/>
          </p:nvPr>
        </p:nvSpPr>
        <p:spPr>
          <a:xfrm>
            <a:off x="720000" y="3853100"/>
            <a:ext cx="2532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3" name="Google Shape;63;p13"/>
          <p:cNvSpPr txBox="1">
            <a:spLocks noGrp="1"/>
          </p:cNvSpPr>
          <p:nvPr>
            <p:ph type="subTitle" idx="14"/>
          </p:nvPr>
        </p:nvSpPr>
        <p:spPr>
          <a:xfrm>
            <a:off x="3306000" y="3853100"/>
            <a:ext cx="2532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4" name="Google Shape;64;p13"/>
          <p:cNvSpPr txBox="1">
            <a:spLocks noGrp="1"/>
          </p:cNvSpPr>
          <p:nvPr>
            <p:ph type="subTitle" idx="15"/>
          </p:nvPr>
        </p:nvSpPr>
        <p:spPr>
          <a:xfrm>
            <a:off x="5892000" y="3853100"/>
            <a:ext cx="2532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85"/>
        <p:cNvGrpSpPr/>
        <p:nvPr/>
      </p:nvGrpSpPr>
      <p:grpSpPr>
        <a:xfrm>
          <a:off x="0" y="0"/>
          <a:ext cx="0" cy="0"/>
          <a:chOff x="0" y="0"/>
          <a:chExt cx="0" cy="0"/>
        </a:xfrm>
      </p:grpSpPr>
      <p:pic>
        <p:nvPicPr>
          <p:cNvPr id="86" name="Google Shape;86;p18"/>
          <p:cNvPicPr preferRelativeResize="0"/>
          <p:nvPr/>
        </p:nvPicPr>
        <p:blipFill rotWithShape="1">
          <a:blip r:embed="rId2">
            <a:alphaModFix/>
          </a:blip>
          <a:srcRect t="39" b="49"/>
          <a:stretch/>
        </p:blipFill>
        <p:spPr>
          <a:xfrm rot="10800000">
            <a:off x="1354" y="0"/>
            <a:ext cx="9141289" cy="5137404"/>
          </a:xfrm>
          <a:prstGeom prst="rect">
            <a:avLst/>
          </a:prstGeom>
          <a:noFill/>
          <a:ln>
            <a:noFill/>
          </a:ln>
        </p:spPr>
      </p:pic>
      <p:sp>
        <p:nvSpPr>
          <p:cNvPr id="87" name="Google Shape;8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8" name="Google Shape;88;p18"/>
          <p:cNvSpPr txBox="1">
            <a:spLocks noGrp="1"/>
          </p:cNvSpPr>
          <p:nvPr>
            <p:ph type="subTitle" idx="1"/>
          </p:nvPr>
        </p:nvSpPr>
        <p:spPr>
          <a:xfrm>
            <a:off x="720000" y="2807208"/>
            <a:ext cx="2234700" cy="17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9" name="Google Shape;89;p18"/>
          <p:cNvSpPr txBox="1">
            <a:spLocks noGrp="1"/>
          </p:cNvSpPr>
          <p:nvPr>
            <p:ph type="subTitle" idx="2"/>
          </p:nvPr>
        </p:nvSpPr>
        <p:spPr>
          <a:xfrm>
            <a:off x="3458038" y="2807208"/>
            <a:ext cx="2234700" cy="17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0" name="Google Shape;90;p18"/>
          <p:cNvSpPr txBox="1">
            <a:spLocks noGrp="1"/>
          </p:cNvSpPr>
          <p:nvPr>
            <p:ph type="subTitle" idx="3"/>
          </p:nvPr>
        </p:nvSpPr>
        <p:spPr>
          <a:xfrm>
            <a:off x="6196075" y="2807208"/>
            <a:ext cx="2234700" cy="17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1" name="Google Shape;91;p18"/>
          <p:cNvSpPr txBox="1">
            <a:spLocks noGrp="1"/>
          </p:cNvSpPr>
          <p:nvPr>
            <p:ph type="subTitle" idx="4"/>
          </p:nvPr>
        </p:nvSpPr>
        <p:spPr>
          <a:xfrm>
            <a:off x="720000" y="2221992"/>
            <a:ext cx="2234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2" name="Google Shape;92;p18"/>
          <p:cNvSpPr txBox="1">
            <a:spLocks noGrp="1"/>
          </p:cNvSpPr>
          <p:nvPr>
            <p:ph type="subTitle" idx="5"/>
          </p:nvPr>
        </p:nvSpPr>
        <p:spPr>
          <a:xfrm>
            <a:off x="3458041" y="2221992"/>
            <a:ext cx="2234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3" name="Google Shape;93;p18"/>
          <p:cNvSpPr txBox="1">
            <a:spLocks noGrp="1"/>
          </p:cNvSpPr>
          <p:nvPr>
            <p:ph type="subTitle" idx="6"/>
          </p:nvPr>
        </p:nvSpPr>
        <p:spPr>
          <a:xfrm>
            <a:off x="6196075" y="2221992"/>
            <a:ext cx="2234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94"/>
        <p:cNvGrpSpPr/>
        <p:nvPr/>
      </p:nvGrpSpPr>
      <p:grpSpPr>
        <a:xfrm>
          <a:off x="0" y="0"/>
          <a:ext cx="0" cy="0"/>
          <a:chOff x="0" y="0"/>
          <a:chExt cx="0" cy="0"/>
        </a:xfrm>
      </p:grpSpPr>
      <p:pic>
        <p:nvPicPr>
          <p:cNvPr id="95" name="Google Shape;95;p19"/>
          <p:cNvPicPr preferRelativeResize="0"/>
          <p:nvPr/>
        </p:nvPicPr>
        <p:blipFill rotWithShape="1">
          <a:blip r:embed="rId2">
            <a:alphaModFix/>
          </a:blip>
          <a:srcRect t="89" b="89"/>
          <a:stretch/>
        </p:blipFill>
        <p:spPr>
          <a:xfrm flipH="1">
            <a:off x="1354" y="0"/>
            <a:ext cx="9141289" cy="5132843"/>
          </a:xfrm>
          <a:prstGeom prst="rect">
            <a:avLst/>
          </a:prstGeom>
          <a:noFill/>
          <a:ln>
            <a:noFill/>
          </a:ln>
        </p:spPr>
      </p:pic>
      <p:sp>
        <p:nvSpPr>
          <p:cNvPr id="96" name="Google Shape;9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7" name="Google Shape;97;p19"/>
          <p:cNvSpPr txBox="1">
            <a:spLocks noGrp="1"/>
          </p:cNvSpPr>
          <p:nvPr>
            <p:ph type="subTitle" idx="1"/>
          </p:nvPr>
        </p:nvSpPr>
        <p:spPr>
          <a:xfrm>
            <a:off x="1001574" y="1659425"/>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9"/>
          <p:cNvSpPr txBox="1">
            <a:spLocks noGrp="1"/>
          </p:cNvSpPr>
          <p:nvPr>
            <p:ph type="subTitle" idx="2"/>
          </p:nvPr>
        </p:nvSpPr>
        <p:spPr>
          <a:xfrm>
            <a:off x="4828026" y="1659425"/>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 name="Google Shape;99;p19"/>
          <p:cNvSpPr txBox="1">
            <a:spLocks noGrp="1"/>
          </p:cNvSpPr>
          <p:nvPr>
            <p:ph type="subTitle" idx="3"/>
          </p:nvPr>
        </p:nvSpPr>
        <p:spPr>
          <a:xfrm>
            <a:off x="1001574" y="3320000"/>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0" name="Google Shape;100;p19"/>
          <p:cNvSpPr txBox="1">
            <a:spLocks noGrp="1"/>
          </p:cNvSpPr>
          <p:nvPr>
            <p:ph type="subTitle" idx="4"/>
          </p:nvPr>
        </p:nvSpPr>
        <p:spPr>
          <a:xfrm>
            <a:off x="4828026" y="3320000"/>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1" name="Google Shape;101;p19"/>
          <p:cNvSpPr txBox="1">
            <a:spLocks noGrp="1"/>
          </p:cNvSpPr>
          <p:nvPr>
            <p:ph type="subTitle" idx="5"/>
          </p:nvPr>
        </p:nvSpPr>
        <p:spPr>
          <a:xfrm>
            <a:off x="1001575" y="10903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2" name="Google Shape;102;p19"/>
          <p:cNvSpPr txBox="1">
            <a:spLocks noGrp="1"/>
          </p:cNvSpPr>
          <p:nvPr>
            <p:ph type="subTitle" idx="6"/>
          </p:nvPr>
        </p:nvSpPr>
        <p:spPr>
          <a:xfrm>
            <a:off x="1001575" y="27510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3" name="Google Shape;103;p19"/>
          <p:cNvSpPr txBox="1">
            <a:spLocks noGrp="1"/>
          </p:cNvSpPr>
          <p:nvPr>
            <p:ph type="subTitle" idx="7"/>
          </p:nvPr>
        </p:nvSpPr>
        <p:spPr>
          <a:xfrm>
            <a:off x="4827999" y="10903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4" name="Google Shape;104;p19"/>
          <p:cNvSpPr txBox="1">
            <a:spLocks noGrp="1"/>
          </p:cNvSpPr>
          <p:nvPr>
            <p:ph type="subTitle" idx="8"/>
          </p:nvPr>
        </p:nvSpPr>
        <p:spPr>
          <a:xfrm>
            <a:off x="4827999" y="27510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131"/>
        <p:cNvGrpSpPr/>
        <p:nvPr/>
      </p:nvGrpSpPr>
      <p:grpSpPr>
        <a:xfrm>
          <a:off x="0" y="0"/>
          <a:ext cx="0" cy="0"/>
          <a:chOff x="0" y="0"/>
          <a:chExt cx="0" cy="0"/>
        </a:xfrm>
      </p:grpSpPr>
      <p:pic>
        <p:nvPicPr>
          <p:cNvPr id="132" name="Google Shape;132;p23"/>
          <p:cNvPicPr preferRelativeResize="0"/>
          <p:nvPr/>
        </p:nvPicPr>
        <p:blipFill rotWithShape="1">
          <a:blip r:embed="rId2">
            <a:alphaModFix/>
          </a:blip>
          <a:srcRect t="89" b="89"/>
          <a:stretch/>
        </p:blipFill>
        <p:spPr>
          <a:xfrm flipH="1">
            <a:off x="1354" y="0"/>
            <a:ext cx="9141289" cy="5132843"/>
          </a:xfrm>
          <a:prstGeom prst="rect">
            <a:avLst/>
          </a:prstGeom>
          <a:noFill/>
          <a:ln>
            <a:noFill/>
          </a:ln>
        </p:spPr>
      </p:pic>
      <p:sp>
        <p:nvSpPr>
          <p:cNvPr id="133" name="Google Shape;133;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9"/>
        <p:cNvGrpSpPr/>
        <p:nvPr/>
      </p:nvGrpSpPr>
      <p:grpSpPr>
        <a:xfrm>
          <a:off x="0" y="0"/>
          <a:ext cx="0" cy="0"/>
          <a:chOff x="0" y="0"/>
          <a:chExt cx="0" cy="0"/>
        </a:xfrm>
      </p:grpSpPr>
      <p:pic>
        <p:nvPicPr>
          <p:cNvPr id="140" name="Google Shape;140;p25"/>
          <p:cNvPicPr preferRelativeResize="0"/>
          <p:nvPr/>
        </p:nvPicPr>
        <p:blipFill rotWithShape="1">
          <a:blip r:embed="rId2">
            <a:alphaModFix/>
          </a:blip>
          <a:srcRect t="89" b="89"/>
          <a:stretch/>
        </p:blipFill>
        <p:spPr>
          <a:xfrm rot="10800000">
            <a:off x="1354" y="0"/>
            <a:ext cx="9141289" cy="513284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41"/>
        <p:cNvGrpSpPr/>
        <p:nvPr/>
      </p:nvGrpSpPr>
      <p:grpSpPr>
        <a:xfrm>
          <a:off x="0" y="0"/>
          <a:ext cx="0" cy="0"/>
          <a:chOff x="0" y="0"/>
          <a:chExt cx="0" cy="0"/>
        </a:xfrm>
      </p:grpSpPr>
      <p:pic>
        <p:nvPicPr>
          <p:cNvPr id="142" name="Google Shape;142;p26"/>
          <p:cNvPicPr preferRelativeResize="0"/>
          <p:nvPr/>
        </p:nvPicPr>
        <p:blipFill rotWithShape="1">
          <a:blip r:embed="rId2">
            <a:alphaModFix/>
          </a:blip>
          <a:srcRect t="69" b="79"/>
          <a:stretch/>
        </p:blipFill>
        <p:spPr>
          <a:xfrm rot="10800000">
            <a:off x="1354" y="0"/>
            <a:ext cx="9141289" cy="513436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1pPr>
            <a:lvl2pPr lvl="1"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2pPr>
            <a:lvl3pPr lvl="2"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3pPr>
            <a:lvl4pPr lvl="3"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4pPr>
            <a:lvl5pPr lvl="4"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5pPr>
            <a:lvl6pPr lvl="5"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6pPr>
            <a:lvl7pPr lvl="6"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7pPr>
            <a:lvl8pPr lvl="7"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8pPr>
            <a:lvl9pPr lvl="8"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8" r:id="rId8"/>
    <p:sldLayoutId id="2147483659" r:id="rId9"/>
    <p:sldLayoutId id="2147483664" r:id="rId10"/>
    <p:sldLayoutId id="2147483665" r:id="rId11"/>
    <p:sldLayoutId id="2147483669" r:id="rId12"/>
    <p:sldLayoutId id="2147483671" r:id="rId13"/>
    <p:sldLayoutId id="214748367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0"/>
          <p:cNvSpPr txBox="1">
            <a:spLocks noGrp="1"/>
          </p:cNvSpPr>
          <p:nvPr>
            <p:ph type="ctrTitle"/>
          </p:nvPr>
        </p:nvSpPr>
        <p:spPr>
          <a:xfrm>
            <a:off x="359228" y="1241659"/>
            <a:ext cx="6136801" cy="2180273"/>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id-ID" sz="4200"/>
              <a:t>Materi </a:t>
            </a:r>
            <a:br>
              <a:rPr lang="id-ID" sz="4200"/>
            </a:br>
            <a:r>
              <a:rPr lang="id-ID" sz="4200"/>
              <a:t>Penulisan Kutipan</a:t>
            </a:r>
            <a:br>
              <a:rPr lang="id-ID" sz="3800">
                <a:latin typeface="Montserrat ExtraBold"/>
                <a:ea typeface="Montserrat ExtraBold"/>
                <a:cs typeface="Montserrat ExtraBold"/>
                <a:sym typeface="Montserrat ExtraBold"/>
              </a:rPr>
            </a:br>
            <a:r>
              <a:rPr lang="id-ID" sz="3700">
                <a:latin typeface="Montserrat"/>
                <a:sym typeface="Montserrat"/>
              </a:rPr>
              <a:t>Bahasa Indonesia</a:t>
            </a:r>
            <a:endParaRPr sz="3700">
              <a:latin typeface="Montserrat ExtraBold"/>
              <a:ea typeface="Montserrat ExtraBold"/>
              <a:cs typeface="Montserrat ExtraBold"/>
              <a:sym typeface="Montserrat ExtraBold"/>
            </a:endParaRPr>
          </a:p>
        </p:txBody>
      </p:sp>
      <p:cxnSp>
        <p:nvCxnSpPr>
          <p:cNvPr id="155" name="Google Shape;155;p30"/>
          <p:cNvCxnSpPr>
            <a:cxnSpLocks/>
            <a:stCxn id="156" idx="2"/>
          </p:cNvCxnSpPr>
          <p:nvPr/>
        </p:nvCxnSpPr>
        <p:spPr>
          <a:xfrm rot="10800000">
            <a:off x="-24475" y="4187067"/>
            <a:ext cx="6136800" cy="0"/>
          </a:xfrm>
          <a:prstGeom prst="straightConnector1">
            <a:avLst/>
          </a:prstGeom>
          <a:noFill/>
          <a:ln w="9525" cap="flat" cmpd="sng">
            <a:solidFill>
              <a:schemeClr val="dk1"/>
            </a:solidFill>
            <a:prstDash val="solid"/>
            <a:round/>
            <a:headEnd type="none" w="med" len="med"/>
            <a:tailEnd type="none" w="med" len="med"/>
          </a:ln>
        </p:spPr>
      </p:cxnSp>
      <p:sp>
        <p:nvSpPr>
          <p:cNvPr id="156" name="Google Shape;156;p30"/>
          <p:cNvSpPr/>
          <p:nvPr/>
        </p:nvSpPr>
        <p:spPr>
          <a:xfrm>
            <a:off x="6112325" y="3963267"/>
            <a:ext cx="447600" cy="4476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6" name="Google Shape;823;p56">
            <a:extLst>
              <a:ext uri="{FF2B5EF4-FFF2-40B4-BE49-F238E27FC236}">
                <a16:creationId xmlns:a16="http://schemas.microsoft.com/office/drawing/2014/main" id="{9DF6E489-AE38-48A0-AE3F-D39E1B6E8D04}"/>
              </a:ext>
            </a:extLst>
          </p:cNvPr>
          <p:cNvPicPr preferRelativeResize="0"/>
          <p:nvPr/>
        </p:nvPicPr>
        <p:blipFill rotWithShape="1">
          <a:blip r:embed="rId3">
            <a:alphaModFix/>
          </a:blip>
          <a:srcRect t="9256" b="9256"/>
          <a:stretch/>
        </p:blipFill>
        <p:spPr>
          <a:xfrm>
            <a:off x="5933962" y="1303093"/>
            <a:ext cx="3028950" cy="2468203"/>
          </a:xfrm>
          <a:prstGeom prst="rect">
            <a:avLst/>
          </a:prstGeom>
          <a:noFill/>
          <a:ln>
            <a:noFill/>
          </a:ln>
          <a:effectLst>
            <a:innerShdw blurRad="63500" dist="50800" dir="13500000">
              <a:prstClr val="black">
                <a:alpha val="50000"/>
              </a:prstClr>
            </a:innerShdw>
          </a:effectLst>
        </p:spPr>
      </p:pic>
      <p:grpSp>
        <p:nvGrpSpPr>
          <p:cNvPr id="2" name="Group 1">
            <a:extLst>
              <a:ext uri="{FF2B5EF4-FFF2-40B4-BE49-F238E27FC236}">
                <a16:creationId xmlns:a16="http://schemas.microsoft.com/office/drawing/2014/main" id="{AF81249C-388B-4893-99C2-189743CC5ED9}"/>
              </a:ext>
            </a:extLst>
          </p:cNvPr>
          <p:cNvGrpSpPr/>
          <p:nvPr/>
        </p:nvGrpSpPr>
        <p:grpSpPr>
          <a:xfrm>
            <a:off x="228600" y="82137"/>
            <a:ext cx="3618919" cy="659057"/>
            <a:chOff x="228600" y="82137"/>
            <a:chExt cx="3618919" cy="659057"/>
          </a:xfrm>
        </p:grpSpPr>
        <p:pic>
          <p:nvPicPr>
            <p:cNvPr id="1026" name="Picture 2" descr="Politeknik Negeri Indramayu - Wikipedia bahasa Indonesia ...">
              <a:extLst>
                <a:ext uri="{FF2B5EF4-FFF2-40B4-BE49-F238E27FC236}">
                  <a16:creationId xmlns:a16="http://schemas.microsoft.com/office/drawing/2014/main" id="{BB44381C-0B66-4075-A2F4-207B5353DD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154;p30">
              <a:extLst>
                <a:ext uri="{FF2B5EF4-FFF2-40B4-BE49-F238E27FC236}">
                  <a16:creationId xmlns:a16="http://schemas.microsoft.com/office/drawing/2014/main" id="{098C6505-D99A-4C73-B630-05A877F4A309}"/>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sp>
        <p:nvSpPr>
          <p:cNvPr id="4" name="Rectangle 3">
            <a:extLst>
              <a:ext uri="{FF2B5EF4-FFF2-40B4-BE49-F238E27FC236}">
                <a16:creationId xmlns:a16="http://schemas.microsoft.com/office/drawing/2014/main" id="{FED553F9-08AB-6977-B4AB-C07BAA2A5696}"/>
              </a:ext>
            </a:extLst>
          </p:cNvPr>
          <p:cNvSpPr/>
          <p:nvPr/>
        </p:nvSpPr>
        <p:spPr>
          <a:xfrm>
            <a:off x="625637" y="4410867"/>
            <a:ext cx="2740614" cy="447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Google Shape;154;p30">
            <a:extLst>
              <a:ext uri="{FF2B5EF4-FFF2-40B4-BE49-F238E27FC236}">
                <a16:creationId xmlns:a16="http://schemas.microsoft.com/office/drawing/2014/main" id="{6528B3A8-B9B0-A939-F335-C3E1BF8640C3}"/>
              </a:ext>
            </a:extLst>
          </p:cNvPr>
          <p:cNvSpPr txBox="1">
            <a:spLocks noGrp="1"/>
          </p:cNvSpPr>
          <p:nvPr>
            <p:ph type="subTitle" idx="1"/>
          </p:nvPr>
        </p:nvSpPr>
        <p:spPr>
          <a:xfrm>
            <a:off x="395324" y="4244834"/>
            <a:ext cx="3017011" cy="59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d-ID" dirty="0"/>
              <a:t>Disusun Oleh : </a:t>
            </a:r>
          </a:p>
          <a:p>
            <a:pPr marL="0" lvl="0" indent="0" algn="l" rtl="0">
              <a:spcBef>
                <a:spcPts val="0"/>
              </a:spcBef>
              <a:spcAft>
                <a:spcPts val="0"/>
              </a:spcAft>
              <a:buNone/>
            </a:pPr>
            <a:r>
              <a:rPr lang="id-ID" dirty="0"/>
              <a:t>Roni Ferdiansyah (2303102)</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40" name="Group 39">
            <a:extLst>
              <a:ext uri="{FF2B5EF4-FFF2-40B4-BE49-F238E27FC236}">
                <a16:creationId xmlns:a16="http://schemas.microsoft.com/office/drawing/2014/main" id="{F5FF7DA7-3853-4704-B64C-52494435A377}"/>
              </a:ext>
            </a:extLst>
          </p:cNvPr>
          <p:cNvGrpSpPr/>
          <p:nvPr/>
        </p:nvGrpSpPr>
        <p:grpSpPr>
          <a:xfrm>
            <a:off x="5249635" y="1041215"/>
            <a:ext cx="3224349" cy="3224349"/>
            <a:chOff x="7670800" y="1391920"/>
            <a:chExt cx="4074160" cy="4074160"/>
          </a:xfrm>
        </p:grpSpPr>
        <p:sp>
          <p:nvSpPr>
            <p:cNvPr id="41" name="Flowchart: Connector 40">
              <a:extLst>
                <a:ext uri="{FF2B5EF4-FFF2-40B4-BE49-F238E27FC236}">
                  <a16:creationId xmlns:a16="http://schemas.microsoft.com/office/drawing/2014/main" id="{B572D4A9-FDEC-4849-B308-048EB02C9F2A}"/>
                </a:ext>
              </a:extLst>
            </p:cNvPr>
            <p:cNvSpPr/>
            <p:nvPr/>
          </p:nvSpPr>
          <p:spPr>
            <a:xfrm>
              <a:off x="7670800" y="1391920"/>
              <a:ext cx="4074160" cy="407416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2" name="Picture 41">
              <a:extLst>
                <a:ext uri="{FF2B5EF4-FFF2-40B4-BE49-F238E27FC236}">
                  <a16:creationId xmlns:a16="http://schemas.microsoft.com/office/drawing/2014/main" id="{7D2669B6-6340-4CDC-AA64-738BE25FA00A}"/>
                </a:ext>
              </a:extLst>
            </p:cNvPr>
            <p:cNvPicPr>
              <a:picLocks noChangeAspect="1"/>
            </p:cNvPicPr>
            <p:nvPr/>
          </p:nvPicPr>
          <p:blipFill rotWithShape="1">
            <a:blip r:embed="rId4">
              <a:extLst>
                <a:ext uri="{28A0092B-C50C-407E-A947-70E740481C1C}">
                  <a14:useLocalDpi xmlns:a14="http://schemas.microsoft.com/office/drawing/2010/main" val="0"/>
                </a:ext>
              </a:extLst>
            </a:blip>
            <a:srcRect l="-216" t="17471" r="216" b="5878"/>
            <a:stretch/>
          </p:blipFill>
          <p:spPr>
            <a:xfrm>
              <a:off x="7887674" y="1549365"/>
              <a:ext cx="3675716" cy="3759270"/>
            </a:xfrm>
            <a:prstGeom prst="flowChartConnector">
              <a:avLst/>
            </a:prstGeom>
          </p:spPr>
        </p:pic>
      </p:grpSp>
      <p:sp>
        <p:nvSpPr>
          <p:cNvPr id="47" name="TextBox 46">
            <a:extLst>
              <a:ext uri="{FF2B5EF4-FFF2-40B4-BE49-F238E27FC236}">
                <a16:creationId xmlns:a16="http://schemas.microsoft.com/office/drawing/2014/main" id="{CDA88C32-4D2D-49E3-9C03-A9CDA7635970}"/>
              </a:ext>
            </a:extLst>
          </p:cNvPr>
          <p:cNvSpPr txBox="1"/>
          <p:nvPr/>
        </p:nvSpPr>
        <p:spPr>
          <a:xfrm>
            <a:off x="347526" y="1556086"/>
            <a:ext cx="4572000" cy="1015663"/>
          </a:xfrm>
          <a:prstGeom prst="rect">
            <a:avLst/>
          </a:prstGeom>
          <a:noFill/>
        </p:spPr>
        <p:txBody>
          <a:bodyPr wrap="square">
            <a:spAutoFit/>
          </a:bodyPr>
          <a:lstStyle/>
          <a:p>
            <a:r>
              <a:rPr lang="id-ID" altLang="ko-KR" sz="3000" b="1">
                <a:solidFill>
                  <a:schemeClr val="tx1"/>
                </a:solidFill>
                <a:cs typeface="Arial" pitchFamily="34" charset="0"/>
              </a:rPr>
              <a:t>RONI FERDIANSYAH</a:t>
            </a:r>
          </a:p>
          <a:p>
            <a:r>
              <a:rPr lang="id-ID" altLang="ko-KR" sz="3000" b="1">
                <a:solidFill>
                  <a:schemeClr val="tx1"/>
                </a:solidFill>
                <a:cs typeface="Arial" pitchFamily="34" charset="0"/>
              </a:rPr>
              <a:t>( 2303102 )</a:t>
            </a:r>
            <a:endParaRPr lang="ko-KR" altLang="en-US" sz="3000" b="1">
              <a:solidFill>
                <a:schemeClr val="tx1"/>
              </a:solidFill>
              <a:cs typeface="Arial" pitchFamily="34" charset="0"/>
            </a:endParaRPr>
          </a:p>
        </p:txBody>
      </p:sp>
      <p:sp>
        <p:nvSpPr>
          <p:cNvPr id="48" name="TextBox 47">
            <a:extLst>
              <a:ext uri="{FF2B5EF4-FFF2-40B4-BE49-F238E27FC236}">
                <a16:creationId xmlns:a16="http://schemas.microsoft.com/office/drawing/2014/main" id="{9EBA751F-553C-4486-B101-C80AAA44373F}"/>
              </a:ext>
            </a:extLst>
          </p:cNvPr>
          <p:cNvSpPr txBox="1"/>
          <p:nvPr/>
        </p:nvSpPr>
        <p:spPr>
          <a:xfrm>
            <a:off x="347526" y="2693846"/>
            <a:ext cx="4658501" cy="1136086"/>
          </a:xfrm>
          <a:prstGeom prst="rect">
            <a:avLst/>
          </a:prstGeom>
          <a:noFill/>
        </p:spPr>
        <p:txBody>
          <a:bodyPr wrap="square" rtlCol="0" anchor="ctr">
            <a:spAutoFit/>
          </a:bodyPr>
          <a:lstStyle/>
          <a:p>
            <a:r>
              <a:rPr lang="id-ID" altLang="ko-KR" sz="2200">
                <a:solidFill>
                  <a:schemeClr val="tx1"/>
                </a:solidFill>
                <a:latin typeface="Times New Roman" panose="02020603050405020304" pitchFamily="18" charset="0"/>
                <a:cs typeface="Times New Roman" panose="02020603050405020304" pitchFamily="18" charset="0"/>
              </a:rPr>
              <a:t>Program Studi Teknik Informatika</a:t>
            </a:r>
          </a:p>
          <a:p>
            <a:r>
              <a:rPr lang="id-ID" altLang="ko-KR" sz="2200">
                <a:solidFill>
                  <a:schemeClr val="tx1"/>
                </a:solidFill>
                <a:latin typeface="Times New Roman" panose="02020603050405020304" pitchFamily="18" charset="0"/>
                <a:cs typeface="Times New Roman" panose="02020603050405020304" pitchFamily="18" charset="0"/>
              </a:rPr>
              <a:t>Jurusan D3 Teknik Informatika</a:t>
            </a:r>
          </a:p>
          <a:p>
            <a:r>
              <a:rPr lang="id-ID" altLang="ko-KR" sz="2200">
                <a:solidFill>
                  <a:schemeClr val="tx1"/>
                </a:solidFill>
                <a:latin typeface="Times New Roman" panose="02020603050405020304" pitchFamily="18" charset="0"/>
                <a:cs typeface="Times New Roman" panose="02020603050405020304" pitchFamily="18" charset="0"/>
              </a:rPr>
              <a:t>Politeknik Negeri Indramayu</a:t>
            </a:r>
            <a:endParaRPr lang="ko-KR" altLang="en-US" sz="22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3" name="Google Shape;173;p32"/>
          <p:cNvSpPr/>
          <p:nvPr/>
        </p:nvSpPr>
        <p:spPr>
          <a:xfrm>
            <a:off x="720000" y="2488200"/>
            <a:ext cx="447600" cy="447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4" name="Google Shape;174;p32"/>
          <p:cNvSpPr/>
          <p:nvPr/>
        </p:nvSpPr>
        <p:spPr>
          <a:xfrm>
            <a:off x="720000" y="1898861"/>
            <a:ext cx="447600" cy="447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6" name="Google Shape;176;p32"/>
          <p:cNvSpPr txBox="1">
            <a:spLocks noGrp="1"/>
          </p:cNvSpPr>
          <p:nvPr>
            <p:ph type="title"/>
          </p:nvPr>
        </p:nvSpPr>
        <p:spPr>
          <a:xfrm>
            <a:off x="720000" y="420532"/>
            <a:ext cx="42438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t>
            </a:r>
            <a:r>
              <a:rPr lang="id-ID"/>
              <a:t>opik Pembahasan</a:t>
            </a:r>
            <a:endParaRPr/>
          </a:p>
        </p:txBody>
      </p:sp>
      <p:sp>
        <p:nvSpPr>
          <p:cNvPr id="186" name="Google Shape;186;p32"/>
          <p:cNvSpPr txBox="1">
            <a:spLocks noGrp="1"/>
          </p:cNvSpPr>
          <p:nvPr>
            <p:ph type="subTitle" idx="13"/>
          </p:nvPr>
        </p:nvSpPr>
        <p:spPr>
          <a:xfrm>
            <a:off x="1333229" y="1309522"/>
            <a:ext cx="3905999" cy="447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a:t>Pengertian Kutipan</a:t>
            </a:r>
          </a:p>
        </p:txBody>
      </p:sp>
      <p:grpSp>
        <p:nvGrpSpPr>
          <p:cNvPr id="2" name="Group 1">
            <a:extLst>
              <a:ext uri="{FF2B5EF4-FFF2-40B4-BE49-F238E27FC236}">
                <a16:creationId xmlns:a16="http://schemas.microsoft.com/office/drawing/2014/main" id="{14AF7680-3BF1-4FBB-A1D2-53A8B914D29D}"/>
              </a:ext>
            </a:extLst>
          </p:cNvPr>
          <p:cNvGrpSpPr/>
          <p:nvPr/>
        </p:nvGrpSpPr>
        <p:grpSpPr>
          <a:xfrm>
            <a:off x="5345364" y="124715"/>
            <a:ext cx="3633112" cy="618237"/>
            <a:chOff x="5345364" y="124715"/>
            <a:chExt cx="3633112" cy="618237"/>
          </a:xfrm>
        </p:grpSpPr>
        <p:pic>
          <p:nvPicPr>
            <p:cNvPr id="21" name="Picture 2" descr="Politeknik Negeri Indramayu - Wikipedia bahasa Indonesia ...">
              <a:extLst>
                <a:ext uri="{FF2B5EF4-FFF2-40B4-BE49-F238E27FC236}">
                  <a16:creationId xmlns:a16="http://schemas.microsoft.com/office/drawing/2014/main" id="{C599AA83-422D-4EB7-B589-A3E3E8A5A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154;p30">
              <a:extLst>
                <a:ext uri="{FF2B5EF4-FFF2-40B4-BE49-F238E27FC236}">
                  <a16:creationId xmlns:a16="http://schemas.microsoft.com/office/drawing/2014/main" id="{1DB4F10B-686A-4922-9FEA-9785129C50A9}"/>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
        <p:nvSpPr>
          <p:cNvPr id="42" name="Google Shape;173;p32">
            <a:extLst>
              <a:ext uri="{FF2B5EF4-FFF2-40B4-BE49-F238E27FC236}">
                <a16:creationId xmlns:a16="http://schemas.microsoft.com/office/drawing/2014/main" id="{96BDB4DD-8BC1-430F-9095-D0D2731870E9}"/>
              </a:ext>
            </a:extLst>
          </p:cNvPr>
          <p:cNvSpPr/>
          <p:nvPr/>
        </p:nvSpPr>
        <p:spPr>
          <a:xfrm>
            <a:off x="720000" y="1309522"/>
            <a:ext cx="447600" cy="447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 name="Google Shape;174;p32">
            <a:extLst>
              <a:ext uri="{FF2B5EF4-FFF2-40B4-BE49-F238E27FC236}">
                <a16:creationId xmlns:a16="http://schemas.microsoft.com/office/drawing/2014/main" id="{94B7B4D5-4064-4866-85A9-08D584C87836}"/>
              </a:ext>
            </a:extLst>
          </p:cNvPr>
          <p:cNvSpPr/>
          <p:nvPr/>
        </p:nvSpPr>
        <p:spPr>
          <a:xfrm>
            <a:off x="720000" y="3077539"/>
            <a:ext cx="447600" cy="447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3;p32">
            <a:extLst>
              <a:ext uri="{FF2B5EF4-FFF2-40B4-BE49-F238E27FC236}">
                <a16:creationId xmlns:a16="http://schemas.microsoft.com/office/drawing/2014/main" id="{229450E5-CB8B-4ECC-833F-92E6E44747A7}"/>
              </a:ext>
            </a:extLst>
          </p:cNvPr>
          <p:cNvSpPr/>
          <p:nvPr/>
        </p:nvSpPr>
        <p:spPr>
          <a:xfrm>
            <a:off x="720000" y="3666878"/>
            <a:ext cx="447600" cy="447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74;p32">
            <a:extLst>
              <a:ext uri="{FF2B5EF4-FFF2-40B4-BE49-F238E27FC236}">
                <a16:creationId xmlns:a16="http://schemas.microsoft.com/office/drawing/2014/main" id="{0DF438A1-28DC-4F70-A5EA-092EC2E7B1BB}"/>
              </a:ext>
            </a:extLst>
          </p:cNvPr>
          <p:cNvSpPr/>
          <p:nvPr/>
        </p:nvSpPr>
        <p:spPr>
          <a:xfrm>
            <a:off x="720000" y="4256217"/>
            <a:ext cx="447600" cy="447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86;p32">
            <a:extLst>
              <a:ext uri="{FF2B5EF4-FFF2-40B4-BE49-F238E27FC236}">
                <a16:creationId xmlns:a16="http://schemas.microsoft.com/office/drawing/2014/main" id="{244A52C2-4D24-4680-83B5-1F4D7721371D}"/>
              </a:ext>
            </a:extLst>
          </p:cNvPr>
          <p:cNvSpPr txBox="1">
            <a:spLocks/>
          </p:cNvSpPr>
          <p:nvPr/>
        </p:nvSpPr>
        <p:spPr>
          <a:xfrm>
            <a:off x="1333228" y="1923354"/>
            <a:ext cx="4389936" cy="44760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Fungsi Kutipan</a:t>
            </a:r>
          </a:p>
        </p:txBody>
      </p:sp>
      <p:sp>
        <p:nvSpPr>
          <p:cNvPr id="53" name="Google Shape;186;p32">
            <a:extLst>
              <a:ext uri="{FF2B5EF4-FFF2-40B4-BE49-F238E27FC236}">
                <a16:creationId xmlns:a16="http://schemas.microsoft.com/office/drawing/2014/main" id="{2DC2CD6D-4521-4C9D-99D8-C889A9159891}"/>
              </a:ext>
            </a:extLst>
          </p:cNvPr>
          <p:cNvSpPr txBox="1">
            <a:spLocks/>
          </p:cNvSpPr>
          <p:nvPr/>
        </p:nvSpPr>
        <p:spPr>
          <a:xfrm>
            <a:off x="1333228" y="2488200"/>
            <a:ext cx="5875836" cy="44760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Manfaat Kutipan</a:t>
            </a:r>
          </a:p>
        </p:txBody>
      </p:sp>
      <p:sp>
        <p:nvSpPr>
          <p:cNvPr id="54" name="Google Shape;186;p32">
            <a:extLst>
              <a:ext uri="{FF2B5EF4-FFF2-40B4-BE49-F238E27FC236}">
                <a16:creationId xmlns:a16="http://schemas.microsoft.com/office/drawing/2014/main" id="{D8E1C6CA-882D-498F-83AD-51224531D399}"/>
              </a:ext>
            </a:extLst>
          </p:cNvPr>
          <p:cNvSpPr txBox="1">
            <a:spLocks/>
          </p:cNvSpPr>
          <p:nvPr/>
        </p:nvSpPr>
        <p:spPr>
          <a:xfrm>
            <a:off x="1333228" y="3077539"/>
            <a:ext cx="6635115" cy="44760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Definisi Kutipan Langsung &amp; Tidak Langsung</a:t>
            </a:r>
          </a:p>
        </p:txBody>
      </p:sp>
      <p:sp>
        <p:nvSpPr>
          <p:cNvPr id="55" name="Google Shape;186;p32">
            <a:extLst>
              <a:ext uri="{FF2B5EF4-FFF2-40B4-BE49-F238E27FC236}">
                <a16:creationId xmlns:a16="http://schemas.microsoft.com/office/drawing/2014/main" id="{0A469531-A73A-456D-962A-0F1696D486AB}"/>
              </a:ext>
            </a:extLst>
          </p:cNvPr>
          <p:cNvSpPr txBox="1">
            <a:spLocks/>
          </p:cNvSpPr>
          <p:nvPr/>
        </p:nvSpPr>
        <p:spPr>
          <a:xfrm>
            <a:off x="1333228" y="3642385"/>
            <a:ext cx="7492365" cy="44760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Kutipan Langsung</a:t>
            </a:r>
          </a:p>
        </p:txBody>
      </p:sp>
      <p:sp>
        <p:nvSpPr>
          <p:cNvPr id="56" name="Google Shape;186;p32">
            <a:extLst>
              <a:ext uri="{FF2B5EF4-FFF2-40B4-BE49-F238E27FC236}">
                <a16:creationId xmlns:a16="http://schemas.microsoft.com/office/drawing/2014/main" id="{D1F43579-AAEA-43A0-820B-9309CA0CC9E0}"/>
              </a:ext>
            </a:extLst>
          </p:cNvPr>
          <p:cNvSpPr txBox="1">
            <a:spLocks/>
          </p:cNvSpPr>
          <p:nvPr/>
        </p:nvSpPr>
        <p:spPr>
          <a:xfrm>
            <a:off x="1333228" y="4253499"/>
            <a:ext cx="7115264" cy="44760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Kutipan Tidak Langsung</a:t>
            </a:r>
          </a:p>
        </p:txBody>
      </p:sp>
      <p:sp>
        <p:nvSpPr>
          <p:cNvPr id="57" name="Google Shape;186;p32">
            <a:extLst>
              <a:ext uri="{FF2B5EF4-FFF2-40B4-BE49-F238E27FC236}">
                <a16:creationId xmlns:a16="http://schemas.microsoft.com/office/drawing/2014/main" id="{C74AFA03-246F-4A0A-88A6-C040E90EFDB0}"/>
              </a:ext>
            </a:extLst>
          </p:cNvPr>
          <p:cNvSpPr txBox="1">
            <a:spLocks/>
          </p:cNvSpPr>
          <p:nvPr/>
        </p:nvSpPr>
        <p:spPr>
          <a:xfrm>
            <a:off x="720000" y="1293116"/>
            <a:ext cx="463821" cy="39616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8" name="Google Shape;186;p32">
            <a:extLst>
              <a:ext uri="{FF2B5EF4-FFF2-40B4-BE49-F238E27FC236}">
                <a16:creationId xmlns:a16="http://schemas.microsoft.com/office/drawing/2014/main" id="{08ACBC33-A9FC-44A7-9613-2E4FA317F0EB}"/>
              </a:ext>
            </a:extLst>
          </p:cNvPr>
          <p:cNvSpPr txBox="1">
            <a:spLocks/>
          </p:cNvSpPr>
          <p:nvPr/>
        </p:nvSpPr>
        <p:spPr>
          <a:xfrm>
            <a:off x="703672" y="1893604"/>
            <a:ext cx="545464" cy="36487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9" name="Google Shape;186;p32">
            <a:extLst>
              <a:ext uri="{FF2B5EF4-FFF2-40B4-BE49-F238E27FC236}">
                <a16:creationId xmlns:a16="http://schemas.microsoft.com/office/drawing/2014/main" id="{F5EAD86D-9A52-4EB4-8E4E-3514B3E0C4FD}"/>
              </a:ext>
            </a:extLst>
          </p:cNvPr>
          <p:cNvSpPr txBox="1">
            <a:spLocks/>
          </p:cNvSpPr>
          <p:nvPr/>
        </p:nvSpPr>
        <p:spPr>
          <a:xfrm>
            <a:off x="703672" y="2476815"/>
            <a:ext cx="537300" cy="36487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60" name="Google Shape;186;p32">
            <a:extLst>
              <a:ext uri="{FF2B5EF4-FFF2-40B4-BE49-F238E27FC236}">
                <a16:creationId xmlns:a16="http://schemas.microsoft.com/office/drawing/2014/main" id="{FC04592D-D6F2-4C6C-B23C-08C35500AA05}"/>
              </a:ext>
            </a:extLst>
          </p:cNvPr>
          <p:cNvSpPr txBox="1">
            <a:spLocks/>
          </p:cNvSpPr>
          <p:nvPr/>
        </p:nvSpPr>
        <p:spPr>
          <a:xfrm>
            <a:off x="695508" y="3060026"/>
            <a:ext cx="520972" cy="36487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sp>
        <p:nvSpPr>
          <p:cNvPr id="61" name="Google Shape;186;p32">
            <a:extLst>
              <a:ext uri="{FF2B5EF4-FFF2-40B4-BE49-F238E27FC236}">
                <a16:creationId xmlns:a16="http://schemas.microsoft.com/office/drawing/2014/main" id="{C13A1806-455D-4628-A277-62F9E952DBC1}"/>
              </a:ext>
            </a:extLst>
          </p:cNvPr>
          <p:cNvSpPr txBox="1">
            <a:spLocks/>
          </p:cNvSpPr>
          <p:nvPr/>
        </p:nvSpPr>
        <p:spPr>
          <a:xfrm>
            <a:off x="703672" y="3658121"/>
            <a:ext cx="480150" cy="47037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05</a:t>
            </a:r>
          </a:p>
        </p:txBody>
      </p:sp>
      <p:sp>
        <p:nvSpPr>
          <p:cNvPr id="62" name="Google Shape;186;p32">
            <a:extLst>
              <a:ext uri="{FF2B5EF4-FFF2-40B4-BE49-F238E27FC236}">
                <a16:creationId xmlns:a16="http://schemas.microsoft.com/office/drawing/2014/main" id="{1FC59B7C-208F-4543-ABC3-016E73579CE6}"/>
              </a:ext>
            </a:extLst>
          </p:cNvPr>
          <p:cNvSpPr txBox="1">
            <a:spLocks/>
          </p:cNvSpPr>
          <p:nvPr/>
        </p:nvSpPr>
        <p:spPr>
          <a:xfrm>
            <a:off x="695508" y="4247057"/>
            <a:ext cx="496480" cy="47037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4" name="Google Shape;174;p32"/>
          <p:cNvSpPr/>
          <p:nvPr/>
        </p:nvSpPr>
        <p:spPr>
          <a:xfrm>
            <a:off x="720000" y="1898861"/>
            <a:ext cx="447600" cy="447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6" name="Google Shape;176;p32"/>
          <p:cNvSpPr txBox="1">
            <a:spLocks noGrp="1"/>
          </p:cNvSpPr>
          <p:nvPr>
            <p:ph type="title"/>
          </p:nvPr>
        </p:nvSpPr>
        <p:spPr>
          <a:xfrm>
            <a:off x="720000" y="420532"/>
            <a:ext cx="42438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t>
            </a:r>
            <a:r>
              <a:rPr lang="id-ID"/>
              <a:t>opik Pembahasan</a:t>
            </a:r>
            <a:endParaRPr/>
          </a:p>
        </p:txBody>
      </p:sp>
      <p:sp>
        <p:nvSpPr>
          <p:cNvPr id="186" name="Google Shape;186;p32"/>
          <p:cNvSpPr txBox="1">
            <a:spLocks noGrp="1"/>
          </p:cNvSpPr>
          <p:nvPr>
            <p:ph type="subTitle" idx="13"/>
          </p:nvPr>
        </p:nvSpPr>
        <p:spPr>
          <a:xfrm>
            <a:off x="1333229" y="1309522"/>
            <a:ext cx="7386228" cy="447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p>
            <a:pPr marL="0" indent="0"/>
            <a:r>
              <a:rPr lang="id-ID"/>
              <a:t>Prinsip Membuat Kutipan Langsung dan Tidak Langsung</a:t>
            </a:r>
          </a:p>
        </p:txBody>
      </p:sp>
      <p:grpSp>
        <p:nvGrpSpPr>
          <p:cNvPr id="2" name="Group 1">
            <a:extLst>
              <a:ext uri="{FF2B5EF4-FFF2-40B4-BE49-F238E27FC236}">
                <a16:creationId xmlns:a16="http://schemas.microsoft.com/office/drawing/2014/main" id="{14AF7680-3BF1-4FBB-A1D2-53A8B914D29D}"/>
              </a:ext>
            </a:extLst>
          </p:cNvPr>
          <p:cNvGrpSpPr/>
          <p:nvPr/>
        </p:nvGrpSpPr>
        <p:grpSpPr>
          <a:xfrm>
            <a:off x="5345364" y="124715"/>
            <a:ext cx="3633112" cy="618237"/>
            <a:chOff x="5345364" y="124715"/>
            <a:chExt cx="3633112" cy="618237"/>
          </a:xfrm>
        </p:grpSpPr>
        <p:pic>
          <p:nvPicPr>
            <p:cNvPr id="21" name="Picture 2" descr="Politeknik Negeri Indramayu - Wikipedia bahasa Indonesia ...">
              <a:extLst>
                <a:ext uri="{FF2B5EF4-FFF2-40B4-BE49-F238E27FC236}">
                  <a16:creationId xmlns:a16="http://schemas.microsoft.com/office/drawing/2014/main" id="{C599AA83-422D-4EB7-B589-A3E3E8A5A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154;p30">
              <a:extLst>
                <a:ext uri="{FF2B5EF4-FFF2-40B4-BE49-F238E27FC236}">
                  <a16:creationId xmlns:a16="http://schemas.microsoft.com/office/drawing/2014/main" id="{1DB4F10B-686A-4922-9FEA-9785129C50A9}"/>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
        <p:nvSpPr>
          <p:cNvPr id="42" name="Google Shape;173;p32">
            <a:extLst>
              <a:ext uri="{FF2B5EF4-FFF2-40B4-BE49-F238E27FC236}">
                <a16:creationId xmlns:a16="http://schemas.microsoft.com/office/drawing/2014/main" id="{96BDB4DD-8BC1-430F-9095-D0D2731870E9}"/>
              </a:ext>
            </a:extLst>
          </p:cNvPr>
          <p:cNvSpPr/>
          <p:nvPr/>
        </p:nvSpPr>
        <p:spPr>
          <a:xfrm>
            <a:off x="720000" y="1309522"/>
            <a:ext cx="447600" cy="447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86;p32">
            <a:extLst>
              <a:ext uri="{FF2B5EF4-FFF2-40B4-BE49-F238E27FC236}">
                <a16:creationId xmlns:a16="http://schemas.microsoft.com/office/drawing/2014/main" id="{244A52C2-4D24-4680-83B5-1F4D7721371D}"/>
              </a:ext>
            </a:extLst>
          </p:cNvPr>
          <p:cNvSpPr txBox="1">
            <a:spLocks/>
          </p:cNvSpPr>
          <p:nvPr/>
        </p:nvSpPr>
        <p:spPr>
          <a:xfrm>
            <a:off x="1333228" y="1923354"/>
            <a:ext cx="7107100" cy="44760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Cara Membuat Kutipan Langsung dan Tidak Langsung</a:t>
            </a:r>
          </a:p>
        </p:txBody>
      </p:sp>
      <p:sp>
        <p:nvSpPr>
          <p:cNvPr id="57" name="Google Shape;186;p32">
            <a:extLst>
              <a:ext uri="{FF2B5EF4-FFF2-40B4-BE49-F238E27FC236}">
                <a16:creationId xmlns:a16="http://schemas.microsoft.com/office/drawing/2014/main" id="{C74AFA03-246F-4A0A-88A6-C040E90EFDB0}"/>
              </a:ext>
            </a:extLst>
          </p:cNvPr>
          <p:cNvSpPr txBox="1">
            <a:spLocks/>
          </p:cNvSpPr>
          <p:nvPr/>
        </p:nvSpPr>
        <p:spPr>
          <a:xfrm>
            <a:off x="700750" y="1293116"/>
            <a:ext cx="545464" cy="47037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07</a:t>
            </a:r>
          </a:p>
        </p:txBody>
      </p:sp>
      <p:sp>
        <p:nvSpPr>
          <p:cNvPr id="58" name="Google Shape;186;p32">
            <a:extLst>
              <a:ext uri="{FF2B5EF4-FFF2-40B4-BE49-F238E27FC236}">
                <a16:creationId xmlns:a16="http://schemas.microsoft.com/office/drawing/2014/main" id="{08ACBC33-A9FC-44A7-9613-2E4FA317F0EB}"/>
              </a:ext>
            </a:extLst>
          </p:cNvPr>
          <p:cNvSpPr txBox="1">
            <a:spLocks/>
          </p:cNvSpPr>
          <p:nvPr/>
        </p:nvSpPr>
        <p:spPr>
          <a:xfrm>
            <a:off x="703672" y="1893604"/>
            <a:ext cx="545464" cy="318917"/>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08</a:t>
            </a:r>
          </a:p>
        </p:txBody>
      </p:sp>
      <p:sp>
        <p:nvSpPr>
          <p:cNvPr id="12" name="Google Shape;174;p32">
            <a:extLst>
              <a:ext uri="{FF2B5EF4-FFF2-40B4-BE49-F238E27FC236}">
                <a16:creationId xmlns:a16="http://schemas.microsoft.com/office/drawing/2014/main" id="{0C6D0E63-9B95-4823-BFA9-A73DBB70928E}"/>
              </a:ext>
            </a:extLst>
          </p:cNvPr>
          <p:cNvSpPr/>
          <p:nvPr/>
        </p:nvSpPr>
        <p:spPr>
          <a:xfrm>
            <a:off x="736328" y="2524254"/>
            <a:ext cx="447600" cy="447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86;p32">
            <a:extLst>
              <a:ext uri="{FF2B5EF4-FFF2-40B4-BE49-F238E27FC236}">
                <a16:creationId xmlns:a16="http://schemas.microsoft.com/office/drawing/2014/main" id="{C84D8CD9-D63F-48EB-B527-795713407B74}"/>
              </a:ext>
            </a:extLst>
          </p:cNvPr>
          <p:cNvSpPr txBox="1">
            <a:spLocks/>
          </p:cNvSpPr>
          <p:nvPr/>
        </p:nvSpPr>
        <p:spPr>
          <a:xfrm>
            <a:off x="1349556" y="2548747"/>
            <a:ext cx="7107100" cy="44760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Kesimpulan</a:t>
            </a:r>
          </a:p>
        </p:txBody>
      </p:sp>
      <p:sp>
        <p:nvSpPr>
          <p:cNvPr id="14" name="Google Shape;186;p32">
            <a:extLst>
              <a:ext uri="{FF2B5EF4-FFF2-40B4-BE49-F238E27FC236}">
                <a16:creationId xmlns:a16="http://schemas.microsoft.com/office/drawing/2014/main" id="{37A19E23-5186-487F-845B-789F518483FB}"/>
              </a:ext>
            </a:extLst>
          </p:cNvPr>
          <p:cNvSpPr txBox="1">
            <a:spLocks/>
          </p:cNvSpPr>
          <p:nvPr/>
        </p:nvSpPr>
        <p:spPr>
          <a:xfrm>
            <a:off x="711836" y="2518997"/>
            <a:ext cx="512807" cy="346667"/>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09</a:t>
            </a:r>
          </a:p>
        </p:txBody>
      </p:sp>
    </p:spTree>
    <p:extLst>
      <p:ext uri="{BB962C8B-B14F-4D97-AF65-F5344CB8AC3E}">
        <p14:creationId xmlns:p14="http://schemas.microsoft.com/office/powerpoint/2010/main" val="2412849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sp>
        <p:nvSpPr>
          <p:cNvPr id="13" name="Google Shape;153;p30">
            <a:extLst>
              <a:ext uri="{FF2B5EF4-FFF2-40B4-BE49-F238E27FC236}">
                <a16:creationId xmlns:a16="http://schemas.microsoft.com/office/drawing/2014/main" id="{C065C7D0-46AF-4D55-9ED0-3F2DC453FECF}"/>
              </a:ext>
            </a:extLst>
          </p:cNvPr>
          <p:cNvSpPr txBox="1">
            <a:spLocks/>
          </p:cNvSpPr>
          <p:nvPr/>
        </p:nvSpPr>
        <p:spPr>
          <a:xfrm>
            <a:off x="5649684" y="2841172"/>
            <a:ext cx="2792187" cy="665557"/>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Montserrat ExtraBold"/>
              <a:buNone/>
              <a:defRPr sz="4800" b="0" i="0" u="none" strike="noStrike" cap="none">
                <a:solidFill>
                  <a:schemeClr val="dk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3600"/>
              <a:buFont typeface="Montserrat ExtraBold"/>
              <a:buNone/>
              <a:defRPr sz="3600" b="0" i="0" u="none" strike="noStrike" cap="none">
                <a:solidFill>
                  <a:schemeClr val="dk1"/>
                </a:solidFill>
                <a:latin typeface="Montserrat ExtraBold"/>
                <a:ea typeface="Montserrat ExtraBold"/>
                <a:cs typeface="Montserrat ExtraBold"/>
                <a:sym typeface="Montserrat ExtraBold"/>
              </a:defRPr>
            </a:lvl9pPr>
          </a:lstStyle>
          <a:p>
            <a:pPr algn="l"/>
            <a:r>
              <a:rPr lang="id-ID" sz="3500"/>
              <a:t>Materi</a:t>
            </a:r>
          </a:p>
          <a:p>
            <a:pPr algn="l"/>
            <a:r>
              <a:rPr lang="id-ID" sz="3500"/>
              <a:t>Penulisan </a:t>
            </a:r>
          </a:p>
          <a:p>
            <a:pPr algn="l"/>
            <a:r>
              <a:rPr lang="id-ID" sz="3500"/>
              <a:t>Kutipan</a:t>
            </a:r>
            <a:endParaRPr lang="fi-FI" sz="3500"/>
          </a:p>
        </p:txBody>
      </p:sp>
      <p:pic>
        <p:nvPicPr>
          <p:cNvPr id="1026" name="Picture 2">
            <a:extLst>
              <a:ext uri="{FF2B5EF4-FFF2-40B4-BE49-F238E27FC236}">
                <a16:creationId xmlns:a16="http://schemas.microsoft.com/office/drawing/2014/main" id="{0B920663-8FDC-4D57-B420-E8CD351A37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129" y="1330777"/>
            <a:ext cx="4713264" cy="26533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077935" y="2856450"/>
            <a:ext cx="5377332" cy="1626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en"/>
              <a:t>P</a:t>
            </a:r>
            <a:r>
              <a:rPr lang="id-ID"/>
              <a:t>engertian Kutipan</a:t>
            </a:r>
            <a:endParaRPr/>
          </a:p>
        </p:txBody>
      </p:sp>
      <p:cxnSp>
        <p:nvCxnSpPr>
          <p:cNvPr id="202" name="Google Shape;202;p34"/>
          <p:cNvCxnSpPr>
            <a:stCxn id="203" idx="2"/>
          </p:cNvCxnSpPr>
          <p:nvPr/>
        </p:nvCxnSpPr>
        <p:spPr>
          <a:xfrm rot="10800000">
            <a:off x="-18143"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311257"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42" name="Group 41">
            <a:extLst>
              <a:ext uri="{FF2B5EF4-FFF2-40B4-BE49-F238E27FC236}">
                <a16:creationId xmlns:a16="http://schemas.microsoft.com/office/drawing/2014/main" id="{161F08BE-D7FA-4BAB-B183-BD7A663B2826}"/>
              </a:ext>
            </a:extLst>
          </p:cNvPr>
          <p:cNvGrpSpPr/>
          <p:nvPr/>
        </p:nvGrpSpPr>
        <p:grpSpPr>
          <a:xfrm>
            <a:off x="393718" y="1933584"/>
            <a:ext cx="1895893" cy="2141682"/>
            <a:chOff x="393718" y="1933584"/>
            <a:chExt cx="1895893" cy="2141682"/>
          </a:xfrm>
        </p:grpSpPr>
        <p:grpSp>
          <p:nvGrpSpPr>
            <p:cNvPr id="43" name="Google Shape;699;p50">
              <a:extLst>
                <a:ext uri="{FF2B5EF4-FFF2-40B4-BE49-F238E27FC236}">
                  <a16:creationId xmlns:a16="http://schemas.microsoft.com/office/drawing/2014/main" id="{C8C7C7C0-E64A-45DC-8498-05EA5B57C2DA}"/>
                </a:ext>
              </a:extLst>
            </p:cNvPr>
            <p:cNvGrpSpPr/>
            <p:nvPr/>
          </p:nvGrpSpPr>
          <p:grpSpPr>
            <a:xfrm>
              <a:off x="393718" y="1977952"/>
              <a:ext cx="873579" cy="944061"/>
              <a:chOff x="7468200" y="1563840"/>
              <a:chExt cx="316800" cy="342360"/>
            </a:xfrm>
          </p:grpSpPr>
          <p:sp>
            <p:nvSpPr>
              <p:cNvPr id="66" name="Google Shape;700;p50">
                <a:extLst>
                  <a:ext uri="{FF2B5EF4-FFF2-40B4-BE49-F238E27FC236}">
                    <a16:creationId xmlns:a16="http://schemas.microsoft.com/office/drawing/2014/main" id="{6BB082DF-700F-42B0-A450-F8071A204ECD}"/>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7" name="Google Shape;701;p50">
                <a:extLst>
                  <a:ext uri="{FF2B5EF4-FFF2-40B4-BE49-F238E27FC236}">
                    <a16:creationId xmlns:a16="http://schemas.microsoft.com/office/drawing/2014/main" id="{9F876B07-0F88-42F0-8E3A-F6FAEF1B0E94}"/>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8" name="Google Shape;702;p50">
                <a:extLst>
                  <a:ext uri="{FF2B5EF4-FFF2-40B4-BE49-F238E27FC236}">
                    <a16:creationId xmlns:a16="http://schemas.microsoft.com/office/drawing/2014/main" id="{CD7D0E37-81CA-40ED-8189-134353F0F0F5}"/>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44" name="Google Shape;582;p50">
              <a:extLst>
                <a:ext uri="{FF2B5EF4-FFF2-40B4-BE49-F238E27FC236}">
                  <a16:creationId xmlns:a16="http://schemas.microsoft.com/office/drawing/2014/main" id="{777F2AA6-415F-41C5-8BEF-4EE1FF168BF7}"/>
                </a:ext>
              </a:extLst>
            </p:cNvPr>
            <p:cNvGrpSpPr/>
            <p:nvPr/>
          </p:nvGrpSpPr>
          <p:grpSpPr>
            <a:xfrm>
              <a:off x="1416032" y="2595193"/>
              <a:ext cx="873579" cy="873579"/>
              <a:chOff x="5981400" y="2658960"/>
              <a:chExt cx="342720" cy="342720"/>
            </a:xfrm>
          </p:grpSpPr>
          <p:sp>
            <p:nvSpPr>
              <p:cNvPr id="63" name="Google Shape;583;p50">
                <a:extLst>
                  <a:ext uri="{FF2B5EF4-FFF2-40B4-BE49-F238E27FC236}">
                    <a16:creationId xmlns:a16="http://schemas.microsoft.com/office/drawing/2014/main" id="{78675583-4B75-4068-B8B2-4D667A3C8118}"/>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4" name="Google Shape;584;p50">
                <a:extLst>
                  <a:ext uri="{FF2B5EF4-FFF2-40B4-BE49-F238E27FC236}">
                    <a16:creationId xmlns:a16="http://schemas.microsoft.com/office/drawing/2014/main" id="{1BA68750-8E9E-4126-9031-147907CE44C3}"/>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5" name="Google Shape;585;p50">
                <a:extLst>
                  <a:ext uri="{FF2B5EF4-FFF2-40B4-BE49-F238E27FC236}">
                    <a16:creationId xmlns:a16="http://schemas.microsoft.com/office/drawing/2014/main" id="{CC129CCC-2E23-4DCA-AE27-9CB5D1367D74}"/>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45" name="Google Shape;599;p50">
              <a:extLst>
                <a:ext uri="{FF2B5EF4-FFF2-40B4-BE49-F238E27FC236}">
                  <a16:creationId xmlns:a16="http://schemas.microsoft.com/office/drawing/2014/main" id="{8C902763-44E5-4664-A225-DDDFC3D30B55}"/>
                </a:ext>
              </a:extLst>
            </p:cNvPr>
            <p:cNvGrpSpPr/>
            <p:nvPr/>
          </p:nvGrpSpPr>
          <p:grpSpPr>
            <a:xfrm>
              <a:off x="406623" y="3198922"/>
              <a:ext cx="873579" cy="876344"/>
              <a:chOff x="3016440" y="2658600"/>
              <a:chExt cx="341280" cy="342360"/>
            </a:xfrm>
          </p:grpSpPr>
          <p:sp>
            <p:nvSpPr>
              <p:cNvPr id="59" name="Google Shape;600;p50">
                <a:extLst>
                  <a:ext uri="{FF2B5EF4-FFF2-40B4-BE49-F238E27FC236}">
                    <a16:creationId xmlns:a16="http://schemas.microsoft.com/office/drawing/2014/main" id="{BF840026-7687-4EF3-BFD4-D45227C718A3}"/>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0" name="Google Shape;601;p50">
                <a:extLst>
                  <a:ext uri="{FF2B5EF4-FFF2-40B4-BE49-F238E27FC236}">
                    <a16:creationId xmlns:a16="http://schemas.microsoft.com/office/drawing/2014/main" id="{5908CC52-FD83-4227-9CEF-B15365F23E2E}"/>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1" name="Google Shape;602;p50">
                <a:extLst>
                  <a:ext uri="{FF2B5EF4-FFF2-40B4-BE49-F238E27FC236}">
                    <a16:creationId xmlns:a16="http://schemas.microsoft.com/office/drawing/2014/main" id="{FA061439-33CE-4D93-AA1D-7E611DD9848A}"/>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2" name="Google Shape;603;p50">
                <a:extLst>
                  <a:ext uri="{FF2B5EF4-FFF2-40B4-BE49-F238E27FC236}">
                    <a16:creationId xmlns:a16="http://schemas.microsoft.com/office/drawing/2014/main" id="{39A34258-F75E-41A7-9D9E-584858CA84E7}"/>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46" name="Google Shape;726;p50">
              <a:extLst>
                <a:ext uri="{FF2B5EF4-FFF2-40B4-BE49-F238E27FC236}">
                  <a16:creationId xmlns:a16="http://schemas.microsoft.com/office/drawing/2014/main" id="{2650E9EC-8815-48CC-9218-118E2802F03C}"/>
                </a:ext>
              </a:extLst>
            </p:cNvPr>
            <p:cNvGrpSpPr/>
            <p:nvPr/>
          </p:nvGrpSpPr>
          <p:grpSpPr>
            <a:xfrm>
              <a:off x="1527936" y="1933584"/>
              <a:ext cx="378111" cy="376923"/>
              <a:chOff x="4495680" y="1564200"/>
              <a:chExt cx="343800" cy="342720"/>
            </a:xfrm>
          </p:grpSpPr>
          <p:sp>
            <p:nvSpPr>
              <p:cNvPr id="51" name="Google Shape;727;p50">
                <a:extLst>
                  <a:ext uri="{FF2B5EF4-FFF2-40B4-BE49-F238E27FC236}">
                    <a16:creationId xmlns:a16="http://schemas.microsoft.com/office/drawing/2014/main" id="{3DF2749F-DCD0-45A3-AEBB-E4C5DD385E98}"/>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2" name="Google Shape;728;p50">
                <a:extLst>
                  <a:ext uri="{FF2B5EF4-FFF2-40B4-BE49-F238E27FC236}">
                    <a16:creationId xmlns:a16="http://schemas.microsoft.com/office/drawing/2014/main" id="{8C12BA0E-31B3-452D-9BA3-9D7427BC96D4}"/>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3" name="Google Shape;729;p50">
                <a:extLst>
                  <a:ext uri="{FF2B5EF4-FFF2-40B4-BE49-F238E27FC236}">
                    <a16:creationId xmlns:a16="http://schemas.microsoft.com/office/drawing/2014/main" id="{6777B6D4-650E-4EAD-A747-CE65A0CC624B}"/>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4" name="Google Shape;730;p50">
                <a:extLst>
                  <a:ext uri="{FF2B5EF4-FFF2-40B4-BE49-F238E27FC236}">
                    <a16:creationId xmlns:a16="http://schemas.microsoft.com/office/drawing/2014/main" id="{008477FB-D9CC-447E-82C6-BD594D808B51}"/>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5" name="Google Shape;731;p50">
                <a:extLst>
                  <a:ext uri="{FF2B5EF4-FFF2-40B4-BE49-F238E27FC236}">
                    <a16:creationId xmlns:a16="http://schemas.microsoft.com/office/drawing/2014/main" id="{BB835A92-BDAE-4AF1-8034-32A39DA2650F}"/>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6" name="Google Shape;732;p50">
                <a:extLst>
                  <a:ext uri="{FF2B5EF4-FFF2-40B4-BE49-F238E27FC236}">
                    <a16:creationId xmlns:a16="http://schemas.microsoft.com/office/drawing/2014/main" id="{105D10C6-D843-43D2-BA82-A27CDF575B09}"/>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7" name="Google Shape;733;p50">
                <a:extLst>
                  <a:ext uri="{FF2B5EF4-FFF2-40B4-BE49-F238E27FC236}">
                    <a16:creationId xmlns:a16="http://schemas.microsoft.com/office/drawing/2014/main" id="{CDCD24C4-87F0-47D1-B9BF-0A75C6EE65A6}"/>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8" name="Google Shape;734;p50">
                <a:extLst>
                  <a:ext uri="{FF2B5EF4-FFF2-40B4-BE49-F238E27FC236}">
                    <a16:creationId xmlns:a16="http://schemas.microsoft.com/office/drawing/2014/main" id="{BAD3FD68-CAC3-4ECE-BDAF-52B2D62444A8}"/>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47" name="Google Shape;565;p50">
              <a:extLst>
                <a:ext uri="{FF2B5EF4-FFF2-40B4-BE49-F238E27FC236}">
                  <a16:creationId xmlns:a16="http://schemas.microsoft.com/office/drawing/2014/main" id="{F18578FC-3A3D-4929-9FF3-7AED87A8B137}"/>
                </a:ext>
              </a:extLst>
            </p:cNvPr>
            <p:cNvGrpSpPr/>
            <p:nvPr/>
          </p:nvGrpSpPr>
          <p:grpSpPr>
            <a:xfrm>
              <a:off x="1527936" y="3669750"/>
              <a:ext cx="281505" cy="376132"/>
              <a:chOff x="8238240" y="2658960"/>
              <a:chExt cx="255960" cy="342000"/>
            </a:xfrm>
          </p:grpSpPr>
          <p:sp>
            <p:nvSpPr>
              <p:cNvPr id="48" name="Google Shape;566;p50">
                <a:extLst>
                  <a:ext uri="{FF2B5EF4-FFF2-40B4-BE49-F238E27FC236}">
                    <a16:creationId xmlns:a16="http://schemas.microsoft.com/office/drawing/2014/main" id="{FCD39199-8A83-434F-8AB9-985E7B8AA519}"/>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 name="Google Shape;567;p50">
                <a:extLst>
                  <a:ext uri="{FF2B5EF4-FFF2-40B4-BE49-F238E27FC236}">
                    <a16:creationId xmlns:a16="http://schemas.microsoft.com/office/drawing/2014/main" id="{9EE6BC78-DE06-43D2-BF84-365C4A9D8A60}"/>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0" name="Google Shape;568;p50">
                <a:extLst>
                  <a:ext uri="{FF2B5EF4-FFF2-40B4-BE49-F238E27FC236}">
                    <a16:creationId xmlns:a16="http://schemas.microsoft.com/office/drawing/2014/main" id="{325F3C49-33D8-4087-912F-8A102DD355D6}"/>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
        <p:nvSpPr>
          <p:cNvPr id="69" name="Google Shape;201;p34">
            <a:extLst>
              <a:ext uri="{FF2B5EF4-FFF2-40B4-BE49-F238E27FC236}">
                <a16:creationId xmlns:a16="http://schemas.microsoft.com/office/drawing/2014/main" id="{82A56682-01E7-4B89-8C5A-D409E9043535}"/>
              </a:ext>
            </a:extLst>
          </p:cNvPr>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1</a:t>
            </a:r>
            <a:endParaRPr/>
          </a:p>
        </p:txBody>
      </p:sp>
    </p:spTree>
    <p:extLst>
      <p:ext uri="{BB962C8B-B14F-4D97-AF65-F5344CB8AC3E}">
        <p14:creationId xmlns:p14="http://schemas.microsoft.com/office/powerpoint/2010/main" val="1110999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grpSp>
        <p:nvGrpSpPr>
          <p:cNvPr id="28" name="Google Shape;1086;p57">
            <a:extLst>
              <a:ext uri="{FF2B5EF4-FFF2-40B4-BE49-F238E27FC236}">
                <a16:creationId xmlns:a16="http://schemas.microsoft.com/office/drawing/2014/main" id="{5E95C0E0-08F5-442B-BAC7-BB12F1AD656C}"/>
              </a:ext>
            </a:extLst>
          </p:cNvPr>
          <p:cNvGrpSpPr/>
          <p:nvPr/>
        </p:nvGrpSpPr>
        <p:grpSpPr>
          <a:xfrm>
            <a:off x="-14783" y="517839"/>
            <a:ext cx="5459528"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29" name="Google Shape;1087;p57">
              <a:extLst>
                <a:ext uri="{FF2B5EF4-FFF2-40B4-BE49-F238E27FC236}">
                  <a16:creationId xmlns:a16="http://schemas.microsoft.com/office/drawing/2014/main" id="{0AB13032-1DC1-4B73-8115-1B6927BC3BAD}"/>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88;p57">
              <a:extLst>
                <a:ext uri="{FF2B5EF4-FFF2-40B4-BE49-F238E27FC236}">
                  <a16:creationId xmlns:a16="http://schemas.microsoft.com/office/drawing/2014/main" id="{4D618FA3-35B8-4724-A86F-5A4EAA51330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89;p57">
              <a:extLst>
                <a:ext uri="{FF2B5EF4-FFF2-40B4-BE49-F238E27FC236}">
                  <a16:creationId xmlns:a16="http://schemas.microsoft.com/office/drawing/2014/main" id="{7CFB9F2A-AFCE-44FA-A561-39D944B1DCBE}"/>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90;p57">
              <a:extLst>
                <a:ext uri="{FF2B5EF4-FFF2-40B4-BE49-F238E27FC236}">
                  <a16:creationId xmlns:a16="http://schemas.microsoft.com/office/drawing/2014/main" id="{82BC85DD-EEFB-44FD-BBA0-F1D29117DDFE}"/>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35"/>
          <p:cNvSpPr txBox="1">
            <a:spLocks noGrp="1"/>
          </p:cNvSpPr>
          <p:nvPr>
            <p:ph type="subTitle" idx="4"/>
          </p:nvPr>
        </p:nvSpPr>
        <p:spPr>
          <a:xfrm>
            <a:off x="628830" y="2310676"/>
            <a:ext cx="2887500" cy="5277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id-ID"/>
              <a:t>Menurut KBBI</a:t>
            </a:r>
            <a:endParaRPr/>
          </a:p>
        </p:txBody>
      </p:sp>
      <p:sp>
        <p:nvSpPr>
          <p:cNvPr id="211" name="Google Shape;211;p35"/>
          <p:cNvSpPr txBox="1">
            <a:spLocks noGrp="1"/>
          </p:cNvSpPr>
          <p:nvPr>
            <p:ph type="title"/>
          </p:nvPr>
        </p:nvSpPr>
        <p:spPr>
          <a:xfrm>
            <a:off x="1546" y="485844"/>
            <a:ext cx="4333799" cy="59760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sz="2200"/>
              <a:t>A</a:t>
            </a:r>
            <a:r>
              <a:rPr lang="id-ID" sz="2200"/>
              <a:t>pa Itu Daftar Pustaka?</a:t>
            </a:r>
            <a:endParaRPr sz="2200"/>
          </a:p>
        </p:txBody>
      </p:sp>
      <p:sp>
        <p:nvSpPr>
          <p:cNvPr id="212" name="Google Shape;212;p35"/>
          <p:cNvSpPr txBox="1">
            <a:spLocks noGrp="1"/>
          </p:cNvSpPr>
          <p:nvPr>
            <p:ph type="subTitle" idx="1"/>
          </p:nvPr>
        </p:nvSpPr>
        <p:spPr>
          <a:xfrm>
            <a:off x="628827" y="2832682"/>
            <a:ext cx="3779879" cy="1020655"/>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id-ID" sz="1400"/>
              <a:t>Kutipan adalah </a:t>
            </a:r>
            <a:r>
              <a:rPr lang="en-US" sz="1400"/>
              <a:t>pengambilan satu atau lebih yang berasal dari tulisan lain dengan tujuan untuk mengilustrasikan atau memperkuat pendapat dari tulisan yang sendiri atau asli.</a:t>
            </a:r>
            <a:endParaRPr lang="id-ID" sz="1400"/>
          </a:p>
        </p:txBody>
      </p:sp>
      <p:sp>
        <p:nvSpPr>
          <p:cNvPr id="213" name="Google Shape;213;p35"/>
          <p:cNvSpPr txBox="1">
            <a:spLocks noGrp="1"/>
          </p:cNvSpPr>
          <p:nvPr>
            <p:ph type="subTitle" idx="2"/>
          </p:nvPr>
        </p:nvSpPr>
        <p:spPr>
          <a:xfrm>
            <a:off x="4835712" y="2783704"/>
            <a:ext cx="3900074" cy="12870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id-ID" sz="1400" b="1"/>
              <a:t>Kutipan</a:t>
            </a:r>
            <a:r>
              <a:rPr lang="id-ID" sz="1400"/>
              <a:t> adalah pengulangan satu ekspresi sebagai bagian dari yang lain, terutama ketika ekspresi yang dikutip itu terkenal atau secara tersurat dihubungkan dengan kutipan ke sumber yang asli, dan ditandai oleh (diselingi dengan) tanda kutip.</a:t>
            </a:r>
            <a:endParaRPr lang="en-US" sz="1400"/>
          </a:p>
        </p:txBody>
      </p:sp>
      <p:sp>
        <p:nvSpPr>
          <p:cNvPr id="214" name="Google Shape;214;p35"/>
          <p:cNvSpPr txBox="1">
            <a:spLocks noGrp="1"/>
          </p:cNvSpPr>
          <p:nvPr>
            <p:ph type="subTitle" idx="3"/>
          </p:nvPr>
        </p:nvSpPr>
        <p:spPr>
          <a:xfrm>
            <a:off x="4835712" y="2278029"/>
            <a:ext cx="3900074" cy="5277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en"/>
              <a:t>M</a:t>
            </a:r>
            <a:r>
              <a:rPr lang="id-ID"/>
              <a:t>enurut Wikipedia</a:t>
            </a:r>
            <a:endParaRPr/>
          </a:p>
        </p:txBody>
      </p:sp>
      <p:sp>
        <p:nvSpPr>
          <p:cNvPr id="209" name="Google Shape;209;p35"/>
          <p:cNvSpPr/>
          <p:nvPr/>
        </p:nvSpPr>
        <p:spPr>
          <a:xfrm>
            <a:off x="5265587" y="1604210"/>
            <a:ext cx="447600" cy="447600"/>
          </a:xfrm>
          <a:prstGeom prst="ellipse">
            <a:avLst/>
          </a:prstGeom>
          <a:solidFill>
            <a:schemeClr val="accent3"/>
          </a:solidFill>
          <a:ln>
            <a:noFill/>
          </a:ln>
          <a:effectLst>
            <a:innerShdw blurRad="114300">
              <a:prstClr val="black"/>
            </a:inn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15" name="Google Shape;215;p35"/>
          <p:cNvGrpSpPr/>
          <p:nvPr/>
        </p:nvGrpSpPr>
        <p:grpSpPr>
          <a:xfrm>
            <a:off x="4980143" y="1699879"/>
            <a:ext cx="506386" cy="506386"/>
            <a:chOff x="4496040" y="3210840"/>
            <a:chExt cx="343080" cy="343080"/>
          </a:xfrm>
        </p:grpSpPr>
        <p:sp>
          <p:nvSpPr>
            <p:cNvPr id="216" name="Google Shape;216;p35"/>
            <p:cNvSpPr/>
            <p:nvPr/>
          </p:nvSpPr>
          <p:spPr>
            <a:xfrm>
              <a:off x="4496040" y="3298680"/>
              <a:ext cx="159120" cy="255240"/>
            </a:xfrm>
            <a:custGeom>
              <a:avLst/>
              <a:gdLst/>
              <a:ahLst/>
              <a:cxnLst/>
              <a:rect l="l" t="t" r="r" b="b"/>
              <a:pathLst>
                <a:path w="442" h="709" extrusionOk="0">
                  <a:moveTo>
                    <a:pt x="367" y="56"/>
                  </a:moveTo>
                  <a:cubicBezTo>
                    <a:pt x="366" y="56"/>
                    <a:pt x="366" y="55"/>
                    <a:pt x="366" y="55"/>
                  </a:cubicBezTo>
                  <a:cubicBezTo>
                    <a:pt x="357" y="38"/>
                    <a:pt x="343" y="25"/>
                    <a:pt x="326" y="15"/>
                  </a:cubicBezTo>
                  <a:cubicBezTo>
                    <a:pt x="309" y="6"/>
                    <a:pt x="290" y="0"/>
                    <a:pt x="270" y="0"/>
                  </a:cubicBezTo>
                  <a:lnTo>
                    <a:pt x="270" y="0"/>
                  </a:lnTo>
                  <a:lnTo>
                    <a:pt x="111" y="0"/>
                  </a:lnTo>
                  <a:cubicBezTo>
                    <a:pt x="92" y="0"/>
                    <a:pt x="72" y="5"/>
                    <a:pt x="55" y="15"/>
                  </a:cubicBezTo>
                  <a:cubicBezTo>
                    <a:pt x="38" y="25"/>
                    <a:pt x="24" y="39"/>
                    <a:pt x="15" y="56"/>
                  </a:cubicBezTo>
                  <a:cubicBezTo>
                    <a:pt x="5" y="73"/>
                    <a:pt x="0" y="92"/>
                    <a:pt x="0" y="111"/>
                  </a:cubicBezTo>
                  <a:lnTo>
                    <a:pt x="0" y="651"/>
                  </a:lnTo>
                  <a:cubicBezTo>
                    <a:pt x="0" y="652"/>
                    <a:pt x="0" y="652"/>
                    <a:pt x="0" y="652"/>
                  </a:cubicBezTo>
                  <a:cubicBezTo>
                    <a:pt x="0" y="662"/>
                    <a:pt x="2" y="672"/>
                    <a:pt x="7" y="680"/>
                  </a:cubicBezTo>
                  <a:cubicBezTo>
                    <a:pt x="12" y="689"/>
                    <a:pt x="19" y="696"/>
                    <a:pt x="28" y="701"/>
                  </a:cubicBezTo>
                  <a:cubicBezTo>
                    <a:pt x="36" y="706"/>
                    <a:pt x="45" y="708"/>
                    <a:pt x="54" y="709"/>
                  </a:cubicBezTo>
                  <a:lnTo>
                    <a:pt x="55" y="709"/>
                  </a:lnTo>
                  <a:cubicBezTo>
                    <a:pt x="65" y="708"/>
                    <a:pt x="75" y="706"/>
                    <a:pt x="83" y="701"/>
                  </a:cubicBezTo>
                  <a:cubicBezTo>
                    <a:pt x="92" y="696"/>
                    <a:pt x="99" y="689"/>
                    <a:pt x="104" y="681"/>
                  </a:cubicBezTo>
                  <a:cubicBezTo>
                    <a:pt x="109" y="672"/>
                    <a:pt x="111" y="662"/>
                    <a:pt x="111" y="653"/>
                  </a:cubicBezTo>
                  <a:lnTo>
                    <a:pt x="111" y="385"/>
                  </a:lnTo>
                  <a:lnTo>
                    <a:pt x="223" y="385"/>
                  </a:lnTo>
                  <a:lnTo>
                    <a:pt x="223" y="651"/>
                  </a:lnTo>
                  <a:cubicBezTo>
                    <a:pt x="223" y="652"/>
                    <a:pt x="223" y="652"/>
                    <a:pt x="223" y="652"/>
                  </a:cubicBezTo>
                  <a:cubicBezTo>
                    <a:pt x="223" y="662"/>
                    <a:pt x="225" y="672"/>
                    <a:pt x="230" y="680"/>
                  </a:cubicBezTo>
                  <a:cubicBezTo>
                    <a:pt x="235" y="689"/>
                    <a:pt x="243" y="696"/>
                    <a:pt x="251" y="701"/>
                  </a:cubicBezTo>
                  <a:cubicBezTo>
                    <a:pt x="259" y="706"/>
                    <a:pt x="268" y="708"/>
                    <a:pt x="277" y="709"/>
                  </a:cubicBezTo>
                  <a:lnTo>
                    <a:pt x="279" y="709"/>
                  </a:lnTo>
                  <a:cubicBezTo>
                    <a:pt x="288" y="708"/>
                    <a:pt x="298" y="706"/>
                    <a:pt x="306" y="701"/>
                  </a:cubicBezTo>
                  <a:cubicBezTo>
                    <a:pt x="315" y="696"/>
                    <a:pt x="322" y="689"/>
                    <a:pt x="327" y="681"/>
                  </a:cubicBezTo>
                  <a:cubicBezTo>
                    <a:pt x="332" y="672"/>
                    <a:pt x="334" y="662"/>
                    <a:pt x="335" y="653"/>
                  </a:cubicBezTo>
                  <a:lnTo>
                    <a:pt x="335" y="223"/>
                  </a:lnTo>
                  <a:lnTo>
                    <a:pt x="379" y="293"/>
                  </a:lnTo>
                  <a:cubicBezTo>
                    <a:pt x="381" y="287"/>
                    <a:pt x="384" y="282"/>
                    <a:pt x="386" y="278"/>
                  </a:cubicBezTo>
                  <a:lnTo>
                    <a:pt x="442" y="186"/>
                  </a:lnTo>
                  <a:lnTo>
                    <a:pt x="367" y="56"/>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7" name="Google Shape;217;p35"/>
            <p:cNvSpPr/>
            <p:nvPr/>
          </p:nvSpPr>
          <p:spPr>
            <a:xfrm>
              <a:off x="4529520" y="3210840"/>
              <a:ext cx="66960" cy="66960"/>
            </a:xfrm>
            <a:custGeom>
              <a:avLst/>
              <a:gdLst/>
              <a:ahLst/>
              <a:cxnLst/>
              <a:rect l="l" t="t" r="r" b="b"/>
              <a:pathLst>
                <a:path w="186" h="186" extrusionOk="0">
                  <a:moveTo>
                    <a:pt x="186" y="93"/>
                  </a:moveTo>
                  <a:cubicBezTo>
                    <a:pt x="186" y="109"/>
                    <a:pt x="181" y="126"/>
                    <a:pt x="173" y="140"/>
                  </a:cubicBezTo>
                  <a:cubicBezTo>
                    <a:pt x="164" y="155"/>
                    <a:pt x="153" y="166"/>
                    <a:pt x="139" y="174"/>
                  </a:cubicBezTo>
                  <a:cubicBezTo>
                    <a:pt x="124" y="183"/>
                    <a:pt x="109" y="186"/>
                    <a:pt x="93" y="186"/>
                  </a:cubicBezTo>
                  <a:cubicBezTo>
                    <a:pt x="76" y="186"/>
                    <a:pt x="60" y="183"/>
                    <a:pt x="46" y="174"/>
                  </a:cubicBezTo>
                  <a:cubicBezTo>
                    <a:pt x="32" y="166"/>
                    <a:pt x="20" y="155"/>
                    <a:pt x="12" y="140"/>
                  </a:cubicBezTo>
                  <a:cubicBezTo>
                    <a:pt x="4" y="126"/>
                    <a:pt x="0" y="109"/>
                    <a:pt x="0" y="93"/>
                  </a:cubicBezTo>
                  <a:cubicBezTo>
                    <a:pt x="0" y="77"/>
                    <a:pt x="4" y="61"/>
                    <a:pt x="12" y="46"/>
                  </a:cubicBezTo>
                  <a:cubicBezTo>
                    <a:pt x="20" y="32"/>
                    <a:pt x="32" y="21"/>
                    <a:pt x="46" y="12"/>
                  </a:cubicBezTo>
                  <a:cubicBezTo>
                    <a:pt x="60" y="4"/>
                    <a:pt x="76" y="0"/>
                    <a:pt x="93" y="0"/>
                  </a:cubicBezTo>
                  <a:cubicBezTo>
                    <a:pt x="109" y="0"/>
                    <a:pt x="124" y="4"/>
                    <a:pt x="139" y="12"/>
                  </a:cubicBezTo>
                  <a:cubicBezTo>
                    <a:pt x="153" y="21"/>
                    <a:pt x="165" y="32"/>
                    <a:pt x="173" y="46"/>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8" name="Google Shape;218;p35"/>
            <p:cNvSpPr/>
            <p:nvPr/>
          </p:nvSpPr>
          <p:spPr>
            <a:xfrm>
              <a:off x="4649400" y="3298680"/>
              <a:ext cx="189720" cy="255240"/>
            </a:xfrm>
            <a:custGeom>
              <a:avLst/>
              <a:gdLst/>
              <a:ahLst/>
              <a:cxnLst/>
              <a:rect l="l" t="t" r="r" b="b"/>
              <a:pathLst>
                <a:path w="527" h="709" extrusionOk="0">
                  <a:moveTo>
                    <a:pt x="414" y="0"/>
                  </a:moveTo>
                  <a:lnTo>
                    <a:pt x="256" y="0"/>
                  </a:lnTo>
                  <a:lnTo>
                    <a:pt x="255" y="0"/>
                  </a:lnTo>
                  <a:cubicBezTo>
                    <a:pt x="236" y="0"/>
                    <a:pt x="217" y="6"/>
                    <a:pt x="200" y="15"/>
                  </a:cubicBezTo>
                  <a:cubicBezTo>
                    <a:pt x="183" y="25"/>
                    <a:pt x="169" y="38"/>
                    <a:pt x="159" y="55"/>
                  </a:cubicBezTo>
                  <a:lnTo>
                    <a:pt x="159" y="56"/>
                  </a:lnTo>
                  <a:lnTo>
                    <a:pt x="8" y="306"/>
                  </a:lnTo>
                  <a:cubicBezTo>
                    <a:pt x="8" y="307"/>
                    <a:pt x="8" y="307"/>
                    <a:pt x="8" y="307"/>
                  </a:cubicBezTo>
                  <a:cubicBezTo>
                    <a:pt x="3" y="316"/>
                    <a:pt x="0" y="325"/>
                    <a:pt x="0" y="335"/>
                  </a:cubicBezTo>
                  <a:cubicBezTo>
                    <a:pt x="0" y="345"/>
                    <a:pt x="3" y="354"/>
                    <a:pt x="8" y="363"/>
                  </a:cubicBezTo>
                  <a:lnTo>
                    <a:pt x="8" y="364"/>
                  </a:lnTo>
                  <a:cubicBezTo>
                    <a:pt x="13" y="371"/>
                    <a:pt x="19" y="377"/>
                    <a:pt x="27" y="382"/>
                  </a:cubicBezTo>
                  <a:cubicBezTo>
                    <a:pt x="35" y="387"/>
                    <a:pt x="45" y="389"/>
                    <a:pt x="55" y="389"/>
                  </a:cubicBezTo>
                  <a:cubicBezTo>
                    <a:pt x="64" y="389"/>
                    <a:pt x="74" y="387"/>
                    <a:pt x="82" y="382"/>
                  </a:cubicBezTo>
                  <a:cubicBezTo>
                    <a:pt x="90" y="377"/>
                    <a:pt x="96" y="371"/>
                    <a:pt x="101" y="364"/>
                  </a:cubicBezTo>
                  <a:lnTo>
                    <a:pt x="190" y="223"/>
                  </a:lnTo>
                  <a:lnTo>
                    <a:pt x="190" y="653"/>
                  </a:lnTo>
                  <a:cubicBezTo>
                    <a:pt x="190" y="662"/>
                    <a:pt x="193" y="672"/>
                    <a:pt x="198" y="681"/>
                  </a:cubicBezTo>
                  <a:cubicBezTo>
                    <a:pt x="203" y="689"/>
                    <a:pt x="210" y="696"/>
                    <a:pt x="218" y="701"/>
                  </a:cubicBezTo>
                  <a:cubicBezTo>
                    <a:pt x="227" y="706"/>
                    <a:pt x="236" y="708"/>
                    <a:pt x="246" y="709"/>
                  </a:cubicBezTo>
                  <a:lnTo>
                    <a:pt x="248" y="709"/>
                  </a:lnTo>
                  <a:cubicBezTo>
                    <a:pt x="257" y="708"/>
                    <a:pt x="266" y="706"/>
                    <a:pt x="274" y="701"/>
                  </a:cubicBezTo>
                  <a:cubicBezTo>
                    <a:pt x="282" y="696"/>
                    <a:pt x="289" y="689"/>
                    <a:pt x="294" y="680"/>
                  </a:cubicBezTo>
                  <a:cubicBezTo>
                    <a:pt x="299" y="672"/>
                    <a:pt x="302" y="662"/>
                    <a:pt x="302" y="652"/>
                  </a:cubicBezTo>
                  <a:lnTo>
                    <a:pt x="302" y="651"/>
                  </a:lnTo>
                  <a:lnTo>
                    <a:pt x="302" y="385"/>
                  </a:lnTo>
                  <a:lnTo>
                    <a:pt x="414" y="385"/>
                  </a:lnTo>
                  <a:lnTo>
                    <a:pt x="414" y="653"/>
                  </a:lnTo>
                  <a:cubicBezTo>
                    <a:pt x="414" y="662"/>
                    <a:pt x="416" y="672"/>
                    <a:pt x="421" y="681"/>
                  </a:cubicBezTo>
                  <a:cubicBezTo>
                    <a:pt x="426" y="689"/>
                    <a:pt x="433" y="696"/>
                    <a:pt x="442" y="701"/>
                  </a:cubicBezTo>
                  <a:cubicBezTo>
                    <a:pt x="450" y="706"/>
                    <a:pt x="460" y="708"/>
                    <a:pt x="469" y="709"/>
                  </a:cubicBezTo>
                  <a:lnTo>
                    <a:pt x="473" y="709"/>
                  </a:lnTo>
                  <a:cubicBezTo>
                    <a:pt x="482" y="708"/>
                    <a:pt x="490" y="706"/>
                    <a:pt x="499" y="701"/>
                  </a:cubicBezTo>
                  <a:cubicBezTo>
                    <a:pt x="507" y="696"/>
                    <a:pt x="515" y="689"/>
                    <a:pt x="520" y="680"/>
                  </a:cubicBezTo>
                  <a:cubicBezTo>
                    <a:pt x="525" y="672"/>
                    <a:pt x="527" y="662"/>
                    <a:pt x="527" y="652"/>
                  </a:cubicBezTo>
                  <a:lnTo>
                    <a:pt x="527" y="651"/>
                  </a:lnTo>
                  <a:lnTo>
                    <a:pt x="527" y="111"/>
                  </a:lnTo>
                  <a:lnTo>
                    <a:pt x="527" y="111"/>
                  </a:lnTo>
                  <a:cubicBezTo>
                    <a:pt x="527" y="92"/>
                    <a:pt x="521" y="73"/>
                    <a:pt x="512" y="56"/>
                  </a:cubicBezTo>
                  <a:cubicBezTo>
                    <a:pt x="502" y="39"/>
                    <a:pt x="488" y="25"/>
                    <a:pt x="472" y="15"/>
                  </a:cubicBezTo>
                  <a:cubicBezTo>
                    <a:pt x="455" y="5"/>
                    <a:pt x="435" y="0"/>
                    <a:pt x="416" y="0"/>
                  </a:cubicBezTo>
                  <a:cubicBezTo>
                    <a:pt x="415" y="0"/>
                    <a:pt x="415" y="0"/>
                    <a:pt x="414"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9" name="Google Shape;219;p35"/>
            <p:cNvSpPr/>
            <p:nvPr/>
          </p:nvSpPr>
          <p:spPr>
            <a:xfrm>
              <a:off x="4738320" y="3210840"/>
              <a:ext cx="66960" cy="66960"/>
            </a:xfrm>
            <a:custGeom>
              <a:avLst/>
              <a:gdLst/>
              <a:ahLst/>
              <a:cxnLst/>
              <a:rect l="l" t="t" r="r" b="b"/>
              <a:pathLst>
                <a:path w="186" h="186" extrusionOk="0">
                  <a:moveTo>
                    <a:pt x="186" y="93"/>
                  </a:moveTo>
                  <a:cubicBezTo>
                    <a:pt x="186" y="109"/>
                    <a:pt x="182" y="126"/>
                    <a:pt x="174" y="140"/>
                  </a:cubicBezTo>
                  <a:cubicBezTo>
                    <a:pt x="166" y="155"/>
                    <a:pt x="154" y="166"/>
                    <a:pt x="140" y="174"/>
                  </a:cubicBezTo>
                  <a:cubicBezTo>
                    <a:pt x="125" y="183"/>
                    <a:pt x="109" y="186"/>
                    <a:pt x="93" y="186"/>
                  </a:cubicBezTo>
                  <a:cubicBezTo>
                    <a:pt x="77" y="186"/>
                    <a:pt x="60" y="183"/>
                    <a:pt x="46" y="174"/>
                  </a:cubicBezTo>
                  <a:cubicBezTo>
                    <a:pt x="31" y="166"/>
                    <a:pt x="20" y="155"/>
                    <a:pt x="12" y="140"/>
                  </a:cubicBezTo>
                  <a:cubicBezTo>
                    <a:pt x="3" y="126"/>
                    <a:pt x="0" y="109"/>
                    <a:pt x="0" y="93"/>
                  </a:cubicBezTo>
                  <a:cubicBezTo>
                    <a:pt x="0" y="77"/>
                    <a:pt x="4" y="61"/>
                    <a:pt x="12" y="46"/>
                  </a:cubicBezTo>
                  <a:cubicBezTo>
                    <a:pt x="21" y="32"/>
                    <a:pt x="31" y="21"/>
                    <a:pt x="46" y="12"/>
                  </a:cubicBezTo>
                  <a:cubicBezTo>
                    <a:pt x="60" y="4"/>
                    <a:pt x="77" y="0"/>
                    <a:pt x="93" y="0"/>
                  </a:cubicBezTo>
                  <a:cubicBezTo>
                    <a:pt x="109" y="0"/>
                    <a:pt x="125" y="4"/>
                    <a:pt x="140" y="12"/>
                  </a:cubicBezTo>
                  <a:cubicBezTo>
                    <a:pt x="154" y="21"/>
                    <a:pt x="166" y="32"/>
                    <a:pt x="174" y="46"/>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4" name="Google Shape;209;p35">
            <a:extLst>
              <a:ext uri="{FF2B5EF4-FFF2-40B4-BE49-F238E27FC236}">
                <a16:creationId xmlns:a16="http://schemas.microsoft.com/office/drawing/2014/main" id="{4C59E843-AA85-48B8-B4D3-63F273258F2E}"/>
              </a:ext>
            </a:extLst>
          </p:cNvPr>
          <p:cNvSpPr/>
          <p:nvPr/>
        </p:nvSpPr>
        <p:spPr>
          <a:xfrm>
            <a:off x="910216" y="1595096"/>
            <a:ext cx="447600" cy="447600"/>
          </a:xfrm>
          <a:prstGeom prst="ellipse">
            <a:avLst/>
          </a:prstGeom>
          <a:solidFill>
            <a:schemeClr val="accent3"/>
          </a:solidFill>
          <a:ln>
            <a:noFill/>
          </a:ln>
          <a:effectLst>
            <a:innerShdw blurRad="114300">
              <a:prstClr val="black"/>
            </a:inn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00">
              <a:latin typeface="Lato"/>
              <a:ea typeface="Lato"/>
              <a:cs typeface="Lato"/>
              <a:sym typeface="Lato"/>
            </a:endParaRPr>
          </a:p>
        </p:txBody>
      </p:sp>
      <p:grpSp>
        <p:nvGrpSpPr>
          <p:cNvPr id="220" name="Google Shape;220;p35"/>
          <p:cNvGrpSpPr/>
          <p:nvPr/>
        </p:nvGrpSpPr>
        <p:grpSpPr>
          <a:xfrm>
            <a:off x="692917" y="1691433"/>
            <a:ext cx="506386" cy="506917"/>
            <a:chOff x="6724440" y="2112120"/>
            <a:chExt cx="343080" cy="343440"/>
          </a:xfrm>
        </p:grpSpPr>
        <p:sp>
          <p:nvSpPr>
            <p:cNvPr id="221" name="Google Shape;221;p35"/>
            <p:cNvSpPr/>
            <p:nvPr/>
          </p:nvSpPr>
          <p:spPr>
            <a:xfrm>
              <a:off x="6772680" y="2112120"/>
              <a:ext cx="246240" cy="194400"/>
            </a:xfrm>
            <a:custGeom>
              <a:avLst/>
              <a:gdLst/>
              <a:ahLst/>
              <a:cxnLst/>
              <a:rect l="l" t="t" r="r" b="b"/>
              <a:pathLst>
                <a:path w="684" h="540" extrusionOk="0">
                  <a:moveTo>
                    <a:pt x="229" y="102"/>
                  </a:moveTo>
                  <a:cubicBezTo>
                    <a:pt x="227" y="103"/>
                    <a:pt x="226" y="105"/>
                    <a:pt x="225" y="107"/>
                  </a:cubicBezTo>
                  <a:cubicBezTo>
                    <a:pt x="222" y="112"/>
                    <a:pt x="221" y="116"/>
                    <a:pt x="221" y="121"/>
                  </a:cubicBezTo>
                  <a:cubicBezTo>
                    <a:pt x="221" y="126"/>
                    <a:pt x="223" y="131"/>
                    <a:pt x="225" y="135"/>
                  </a:cubicBezTo>
                  <a:cubicBezTo>
                    <a:pt x="228" y="139"/>
                    <a:pt x="231" y="142"/>
                    <a:pt x="235" y="145"/>
                  </a:cubicBezTo>
                  <a:cubicBezTo>
                    <a:pt x="239" y="147"/>
                    <a:pt x="244" y="149"/>
                    <a:pt x="249" y="149"/>
                  </a:cubicBezTo>
                  <a:cubicBezTo>
                    <a:pt x="254" y="149"/>
                    <a:pt x="258" y="148"/>
                    <a:pt x="263" y="145"/>
                  </a:cubicBezTo>
                  <a:cubicBezTo>
                    <a:pt x="265" y="144"/>
                    <a:pt x="267" y="143"/>
                    <a:pt x="268" y="141"/>
                  </a:cubicBezTo>
                  <a:lnTo>
                    <a:pt x="314" y="96"/>
                  </a:lnTo>
                  <a:lnTo>
                    <a:pt x="314" y="335"/>
                  </a:lnTo>
                  <a:lnTo>
                    <a:pt x="102" y="335"/>
                  </a:lnTo>
                  <a:lnTo>
                    <a:pt x="102" y="335"/>
                  </a:lnTo>
                  <a:cubicBezTo>
                    <a:pt x="84" y="335"/>
                    <a:pt x="67" y="340"/>
                    <a:pt x="51" y="349"/>
                  </a:cubicBezTo>
                  <a:cubicBezTo>
                    <a:pt x="36" y="358"/>
                    <a:pt x="23" y="371"/>
                    <a:pt x="14" y="386"/>
                  </a:cubicBezTo>
                  <a:cubicBezTo>
                    <a:pt x="5" y="402"/>
                    <a:pt x="0" y="419"/>
                    <a:pt x="0" y="437"/>
                  </a:cubicBezTo>
                  <a:lnTo>
                    <a:pt x="0" y="512"/>
                  </a:lnTo>
                  <a:cubicBezTo>
                    <a:pt x="0" y="516"/>
                    <a:pt x="2" y="520"/>
                    <a:pt x="4" y="523"/>
                  </a:cubicBezTo>
                  <a:cubicBezTo>
                    <a:pt x="6" y="527"/>
                    <a:pt x="10" y="530"/>
                    <a:pt x="14" y="533"/>
                  </a:cubicBezTo>
                  <a:cubicBezTo>
                    <a:pt x="18" y="535"/>
                    <a:pt x="23" y="537"/>
                    <a:pt x="28" y="537"/>
                  </a:cubicBezTo>
                  <a:cubicBezTo>
                    <a:pt x="33" y="537"/>
                    <a:pt x="38" y="535"/>
                    <a:pt x="42" y="533"/>
                  </a:cubicBezTo>
                  <a:cubicBezTo>
                    <a:pt x="46" y="530"/>
                    <a:pt x="50" y="527"/>
                    <a:pt x="52" y="523"/>
                  </a:cubicBezTo>
                  <a:cubicBezTo>
                    <a:pt x="54" y="520"/>
                    <a:pt x="55" y="516"/>
                    <a:pt x="56" y="512"/>
                  </a:cubicBezTo>
                  <a:lnTo>
                    <a:pt x="56" y="437"/>
                  </a:lnTo>
                  <a:cubicBezTo>
                    <a:pt x="56" y="429"/>
                    <a:pt x="58" y="421"/>
                    <a:pt x="62" y="414"/>
                  </a:cubicBezTo>
                  <a:cubicBezTo>
                    <a:pt x="66" y="407"/>
                    <a:pt x="72" y="401"/>
                    <a:pt x="79" y="397"/>
                  </a:cubicBezTo>
                  <a:cubicBezTo>
                    <a:pt x="86" y="393"/>
                    <a:pt x="94" y="391"/>
                    <a:pt x="102" y="391"/>
                  </a:cubicBezTo>
                  <a:lnTo>
                    <a:pt x="102" y="391"/>
                  </a:lnTo>
                  <a:lnTo>
                    <a:pt x="314" y="391"/>
                  </a:lnTo>
                  <a:lnTo>
                    <a:pt x="314" y="512"/>
                  </a:lnTo>
                  <a:cubicBezTo>
                    <a:pt x="314" y="517"/>
                    <a:pt x="316" y="522"/>
                    <a:pt x="318" y="526"/>
                  </a:cubicBezTo>
                  <a:cubicBezTo>
                    <a:pt x="321" y="530"/>
                    <a:pt x="324" y="534"/>
                    <a:pt x="328" y="536"/>
                  </a:cubicBezTo>
                  <a:cubicBezTo>
                    <a:pt x="332" y="538"/>
                    <a:pt x="337" y="540"/>
                    <a:pt x="342" y="540"/>
                  </a:cubicBezTo>
                  <a:cubicBezTo>
                    <a:pt x="347" y="540"/>
                    <a:pt x="352" y="538"/>
                    <a:pt x="356" y="536"/>
                  </a:cubicBezTo>
                  <a:cubicBezTo>
                    <a:pt x="361" y="534"/>
                    <a:pt x="364" y="530"/>
                    <a:pt x="366" y="526"/>
                  </a:cubicBezTo>
                  <a:cubicBezTo>
                    <a:pt x="369" y="522"/>
                    <a:pt x="370" y="517"/>
                    <a:pt x="370" y="512"/>
                  </a:cubicBezTo>
                  <a:lnTo>
                    <a:pt x="370" y="391"/>
                  </a:lnTo>
                  <a:lnTo>
                    <a:pt x="581" y="391"/>
                  </a:lnTo>
                  <a:lnTo>
                    <a:pt x="581" y="391"/>
                  </a:lnTo>
                  <a:cubicBezTo>
                    <a:pt x="589" y="391"/>
                    <a:pt x="598" y="393"/>
                    <a:pt x="605" y="397"/>
                  </a:cubicBezTo>
                  <a:cubicBezTo>
                    <a:pt x="613" y="401"/>
                    <a:pt x="617" y="407"/>
                    <a:pt x="622" y="414"/>
                  </a:cubicBezTo>
                  <a:cubicBezTo>
                    <a:pt x="626" y="421"/>
                    <a:pt x="628" y="429"/>
                    <a:pt x="628" y="437"/>
                  </a:cubicBezTo>
                  <a:lnTo>
                    <a:pt x="628" y="512"/>
                  </a:lnTo>
                  <a:cubicBezTo>
                    <a:pt x="628" y="516"/>
                    <a:pt x="629" y="520"/>
                    <a:pt x="631" y="523"/>
                  </a:cubicBezTo>
                  <a:cubicBezTo>
                    <a:pt x="634" y="527"/>
                    <a:pt x="638" y="530"/>
                    <a:pt x="642" y="533"/>
                  </a:cubicBezTo>
                  <a:cubicBezTo>
                    <a:pt x="647" y="535"/>
                    <a:pt x="651" y="537"/>
                    <a:pt x="656" y="537"/>
                  </a:cubicBezTo>
                  <a:cubicBezTo>
                    <a:pt x="661" y="537"/>
                    <a:pt x="666" y="535"/>
                    <a:pt x="670" y="533"/>
                  </a:cubicBezTo>
                  <a:cubicBezTo>
                    <a:pt x="675" y="530"/>
                    <a:pt x="678" y="527"/>
                    <a:pt x="680" y="523"/>
                  </a:cubicBezTo>
                  <a:cubicBezTo>
                    <a:pt x="682" y="520"/>
                    <a:pt x="683" y="516"/>
                    <a:pt x="684" y="512"/>
                  </a:cubicBezTo>
                  <a:lnTo>
                    <a:pt x="684" y="437"/>
                  </a:lnTo>
                  <a:cubicBezTo>
                    <a:pt x="684" y="419"/>
                    <a:pt x="679" y="402"/>
                    <a:pt x="670" y="386"/>
                  </a:cubicBezTo>
                  <a:cubicBezTo>
                    <a:pt x="661" y="371"/>
                    <a:pt x="648" y="358"/>
                    <a:pt x="632" y="349"/>
                  </a:cubicBezTo>
                  <a:cubicBezTo>
                    <a:pt x="617" y="340"/>
                    <a:pt x="599" y="335"/>
                    <a:pt x="581" y="335"/>
                  </a:cubicBezTo>
                  <a:lnTo>
                    <a:pt x="581" y="335"/>
                  </a:lnTo>
                  <a:lnTo>
                    <a:pt x="370" y="335"/>
                  </a:lnTo>
                  <a:lnTo>
                    <a:pt x="370" y="96"/>
                  </a:lnTo>
                  <a:lnTo>
                    <a:pt x="415" y="141"/>
                  </a:lnTo>
                  <a:cubicBezTo>
                    <a:pt x="417" y="143"/>
                    <a:pt x="419" y="144"/>
                    <a:pt x="421" y="145"/>
                  </a:cubicBezTo>
                  <a:cubicBezTo>
                    <a:pt x="425" y="148"/>
                    <a:pt x="430" y="149"/>
                    <a:pt x="435" y="149"/>
                  </a:cubicBezTo>
                  <a:cubicBezTo>
                    <a:pt x="440" y="149"/>
                    <a:pt x="444" y="148"/>
                    <a:pt x="448" y="145"/>
                  </a:cubicBezTo>
                  <a:cubicBezTo>
                    <a:pt x="453" y="143"/>
                    <a:pt x="457" y="139"/>
                    <a:pt x="459" y="135"/>
                  </a:cubicBezTo>
                  <a:cubicBezTo>
                    <a:pt x="462" y="131"/>
                    <a:pt x="462" y="126"/>
                    <a:pt x="462" y="121"/>
                  </a:cubicBezTo>
                  <a:cubicBezTo>
                    <a:pt x="462" y="116"/>
                    <a:pt x="461" y="111"/>
                    <a:pt x="459" y="107"/>
                  </a:cubicBezTo>
                  <a:cubicBezTo>
                    <a:pt x="458" y="105"/>
                    <a:pt x="456" y="103"/>
                    <a:pt x="454" y="102"/>
                  </a:cubicBezTo>
                  <a:lnTo>
                    <a:pt x="362" y="8"/>
                  </a:lnTo>
                  <a:cubicBezTo>
                    <a:pt x="360" y="7"/>
                    <a:pt x="358" y="5"/>
                    <a:pt x="356" y="4"/>
                  </a:cubicBezTo>
                  <a:cubicBezTo>
                    <a:pt x="352" y="2"/>
                    <a:pt x="347" y="0"/>
                    <a:pt x="342" y="0"/>
                  </a:cubicBezTo>
                  <a:cubicBezTo>
                    <a:pt x="337" y="0"/>
                    <a:pt x="332" y="2"/>
                    <a:pt x="328" y="4"/>
                  </a:cubicBezTo>
                  <a:cubicBezTo>
                    <a:pt x="326" y="5"/>
                    <a:pt x="324" y="7"/>
                    <a:pt x="322" y="8"/>
                  </a:cubicBezTo>
                  <a:lnTo>
                    <a:pt x="229" y="10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2" name="Google Shape;222;p35"/>
            <p:cNvSpPr/>
            <p:nvPr/>
          </p:nvSpPr>
          <p:spPr>
            <a:xfrm>
              <a:off x="6868800" y="2327760"/>
              <a:ext cx="53640" cy="53640"/>
            </a:xfrm>
            <a:custGeom>
              <a:avLst/>
              <a:gdLst/>
              <a:ahLst/>
              <a:cxnLst/>
              <a:rect l="l" t="t" r="r" b="b"/>
              <a:pathLst>
                <a:path w="149" h="149" extrusionOk="0">
                  <a:moveTo>
                    <a:pt x="149" y="75"/>
                  </a:moveTo>
                  <a:cubicBezTo>
                    <a:pt x="149" y="88"/>
                    <a:pt x="146" y="100"/>
                    <a:pt x="139" y="112"/>
                  </a:cubicBezTo>
                  <a:cubicBezTo>
                    <a:pt x="133" y="123"/>
                    <a:pt x="123" y="132"/>
                    <a:pt x="112" y="139"/>
                  </a:cubicBezTo>
                  <a:cubicBezTo>
                    <a:pt x="101" y="145"/>
                    <a:pt x="88" y="149"/>
                    <a:pt x="75" y="149"/>
                  </a:cubicBezTo>
                  <a:cubicBezTo>
                    <a:pt x="62" y="149"/>
                    <a:pt x="50" y="145"/>
                    <a:pt x="38" y="139"/>
                  </a:cubicBezTo>
                  <a:cubicBezTo>
                    <a:pt x="27" y="132"/>
                    <a:pt x="17" y="123"/>
                    <a:pt x="10" y="112"/>
                  </a:cubicBezTo>
                  <a:cubicBezTo>
                    <a:pt x="4" y="100"/>
                    <a:pt x="0" y="88"/>
                    <a:pt x="0" y="75"/>
                  </a:cubicBezTo>
                  <a:cubicBezTo>
                    <a:pt x="0" y="62"/>
                    <a:pt x="4" y="49"/>
                    <a:pt x="10" y="37"/>
                  </a:cubicBezTo>
                  <a:cubicBezTo>
                    <a:pt x="17" y="26"/>
                    <a:pt x="27" y="16"/>
                    <a:pt x="38" y="10"/>
                  </a:cubicBezTo>
                  <a:cubicBezTo>
                    <a:pt x="50" y="3"/>
                    <a:pt x="62" y="0"/>
                    <a:pt x="75" y="0"/>
                  </a:cubicBezTo>
                  <a:cubicBezTo>
                    <a:pt x="88" y="0"/>
                    <a:pt x="101" y="3"/>
                    <a:pt x="112" y="10"/>
                  </a:cubicBezTo>
                  <a:cubicBezTo>
                    <a:pt x="123" y="16"/>
                    <a:pt x="133" y="26"/>
                    <a:pt x="139" y="37"/>
                  </a:cubicBezTo>
                  <a:cubicBezTo>
                    <a:pt x="146" y="49"/>
                    <a:pt x="149" y="62"/>
                    <a:pt x="149" y="75"/>
                  </a:cubicBezTo>
                  <a:close/>
                </a:path>
              </a:pathLst>
            </a:custGeom>
            <a:solidFill>
              <a:schemeClr val="dk1"/>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3" name="Google Shape;223;p35"/>
            <p:cNvSpPr/>
            <p:nvPr/>
          </p:nvSpPr>
          <p:spPr>
            <a:xfrm>
              <a:off x="6847200" y="2401560"/>
              <a:ext cx="96840" cy="53640"/>
            </a:xfrm>
            <a:custGeom>
              <a:avLst/>
              <a:gdLst/>
              <a:ahLst/>
              <a:cxnLst/>
              <a:rect l="l" t="t" r="r" b="b"/>
              <a:pathLst>
                <a:path w="269" h="149" extrusionOk="0">
                  <a:moveTo>
                    <a:pt x="269" y="126"/>
                  </a:moveTo>
                  <a:lnTo>
                    <a:pt x="251" y="56"/>
                  </a:lnTo>
                  <a:lnTo>
                    <a:pt x="251" y="56"/>
                  </a:lnTo>
                  <a:cubicBezTo>
                    <a:pt x="250" y="50"/>
                    <a:pt x="247" y="43"/>
                    <a:pt x="243" y="37"/>
                  </a:cubicBezTo>
                  <a:cubicBezTo>
                    <a:pt x="237" y="26"/>
                    <a:pt x="228" y="16"/>
                    <a:pt x="216" y="10"/>
                  </a:cubicBezTo>
                  <a:cubicBezTo>
                    <a:pt x="205" y="3"/>
                    <a:pt x="192" y="0"/>
                    <a:pt x="179" y="0"/>
                  </a:cubicBezTo>
                  <a:lnTo>
                    <a:pt x="179" y="0"/>
                  </a:lnTo>
                  <a:lnTo>
                    <a:pt x="91" y="0"/>
                  </a:lnTo>
                  <a:lnTo>
                    <a:pt x="91" y="0"/>
                  </a:lnTo>
                  <a:lnTo>
                    <a:pt x="91" y="0"/>
                  </a:lnTo>
                  <a:cubicBezTo>
                    <a:pt x="77" y="0"/>
                    <a:pt x="65" y="3"/>
                    <a:pt x="53" y="10"/>
                  </a:cubicBezTo>
                  <a:cubicBezTo>
                    <a:pt x="42" y="16"/>
                    <a:pt x="33" y="25"/>
                    <a:pt x="26" y="37"/>
                  </a:cubicBezTo>
                  <a:cubicBezTo>
                    <a:pt x="23" y="42"/>
                    <a:pt x="20" y="50"/>
                    <a:pt x="18" y="56"/>
                  </a:cubicBezTo>
                  <a:lnTo>
                    <a:pt x="1" y="126"/>
                  </a:lnTo>
                  <a:lnTo>
                    <a:pt x="1" y="126"/>
                  </a:lnTo>
                  <a:cubicBezTo>
                    <a:pt x="1" y="127"/>
                    <a:pt x="0" y="128"/>
                    <a:pt x="0" y="130"/>
                  </a:cubicBezTo>
                  <a:cubicBezTo>
                    <a:pt x="0" y="133"/>
                    <a:pt x="1" y="136"/>
                    <a:pt x="3" y="139"/>
                  </a:cubicBezTo>
                  <a:cubicBezTo>
                    <a:pt x="5" y="142"/>
                    <a:pt x="7" y="144"/>
                    <a:pt x="10" y="146"/>
                  </a:cubicBezTo>
                  <a:cubicBezTo>
                    <a:pt x="13" y="148"/>
                    <a:pt x="16" y="149"/>
                    <a:pt x="19" y="149"/>
                  </a:cubicBezTo>
                  <a:lnTo>
                    <a:pt x="250" y="149"/>
                  </a:lnTo>
                  <a:lnTo>
                    <a:pt x="250" y="149"/>
                  </a:lnTo>
                  <a:cubicBezTo>
                    <a:pt x="254" y="149"/>
                    <a:pt x="257" y="148"/>
                    <a:pt x="260" y="146"/>
                  </a:cubicBezTo>
                  <a:cubicBezTo>
                    <a:pt x="263" y="144"/>
                    <a:pt x="266" y="142"/>
                    <a:pt x="267" y="139"/>
                  </a:cubicBezTo>
                  <a:cubicBezTo>
                    <a:pt x="269" y="136"/>
                    <a:pt x="269" y="133"/>
                    <a:pt x="269" y="130"/>
                  </a:cubicBezTo>
                  <a:cubicBezTo>
                    <a:pt x="269" y="128"/>
                    <a:pt x="269" y="127"/>
                    <a:pt x="269" y="126"/>
                  </a:cubicBezTo>
                  <a:close/>
                </a:path>
              </a:pathLst>
            </a:custGeom>
            <a:solidFill>
              <a:schemeClr val="dk1"/>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4" name="Google Shape;224;p35"/>
            <p:cNvSpPr/>
            <p:nvPr/>
          </p:nvSpPr>
          <p:spPr>
            <a:xfrm>
              <a:off x="6992280" y="2327760"/>
              <a:ext cx="53280" cy="53640"/>
            </a:xfrm>
            <a:custGeom>
              <a:avLst/>
              <a:gdLst/>
              <a:ahLst/>
              <a:cxnLst/>
              <a:rect l="l" t="t" r="r" b="b"/>
              <a:pathLst>
                <a:path w="148" h="149" extrusionOk="0">
                  <a:moveTo>
                    <a:pt x="148" y="75"/>
                  </a:moveTo>
                  <a:cubicBezTo>
                    <a:pt x="148" y="88"/>
                    <a:pt x="145" y="100"/>
                    <a:pt x="138" y="112"/>
                  </a:cubicBezTo>
                  <a:cubicBezTo>
                    <a:pt x="132" y="123"/>
                    <a:pt x="122" y="132"/>
                    <a:pt x="111" y="139"/>
                  </a:cubicBezTo>
                  <a:cubicBezTo>
                    <a:pt x="100" y="145"/>
                    <a:pt x="87" y="149"/>
                    <a:pt x="74" y="149"/>
                  </a:cubicBezTo>
                  <a:cubicBezTo>
                    <a:pt x="61" y="149"/>
                    <a:pt x="49" y="145"/>
                    <a:pt x="37" y="139"/>
                  </a:cubicBezTo>
                  <a:cubicBezTo>
                    <a:pt x="26" y="132"/>
                    <a:pt x="16" y="123"/>
                    <a:pt x="9" y="112"/>
                  </a:cubicBezTo>
                  <a:cubicBezTo>
                    <a:pt x="3" y="100"/>
                    <a:pt x="0" y="88"/>
                    <a:pt x="0" y="75"/>
                  </a:cubicBezTo>
                  <a:cubicBezTo>
                    <a:pt x="0" y="62"/>
                    <a:pt x="3" y="49"/>
                    <a:pt x="9" y="37"/>
                  </a:cubicBezTo>
                  <a:cubicBezTo>
                    <a:pt x="16" y="26"/>
                    <a:pt x="26" y="16"/>
                    <a:pt x="37" y="10"/>
                  </a:cubicBezTo>
                  <a:cubicBezTo>
                    <a:pt x="49" y="3"/>
                    <a:pt x="61" y="0"/>
                    <a:pt x="74" y="0"/>
                  </a:cubicBezTo>
                  <a:cubicBezTo>
                    <a:pt x="87" y="0"/>
                    <a:pt x="100" y="3"/>
                    <a:pt x="111" y="10"/>
                  </a:cubicBezTo>
                  <a:cubicBezTo>
                    <a:pt x="122" y="16"/>
                    <a:pt x="132" y="26"/>
                    <a:pt x="138" y="37"/>
                  </a:cubicBezTo>
                  <a:cubicBezTo>
                    <a:pt x="145" y="49"/>
                    <a:pt x="148" y="62"/>
                    <a:pt x="148" y="75"/>
                  </a:cubicBezTo>
                  <a:close/>
                </a:path>
              </a:pathLst>
            </a:custGeom>
            <a:solidFill>
              <a:schemeClr val="dk1"/>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5" name="Google Shape;225;p35"/>
            <p:cNvSpPr/>
            <p:nvPr/>
          </p:nvSpPr>
          <p:spPr>
            <a:xfrm>
              <a:off x="6970320" y="2401920"/>
              <a:ext cx="97200" cy="53640"/>
            </a:xfrm>
            <a:custGeom>
              <a:avLst/>
              <a:gdLst/>
              <a:ahLst/>
              <a:cxnLst/>
              <a:rect l="l" t="t" r="r" b="b"/>
              <a:pathLst>
                <a:path w="270" h="149" extrusionOk="0">
                  <a:moveTo>
                    <a:pt x="269" y="125"/>
                  </a:moveTo>
                  <a:lnTo>
                    <a:pt x="252" y="55"/>
                  </a:lnTo>
                  <a:cubicBezTo>
                    <a:pt x="250" y="49"/>
                    <a:pt x="248" y="43"/>
                    <a:pt x="244" y="37"/>
                  </a:cubicBezTo>
                  <a:cubicBezTo>
                    <a:pt x="238" y="26"/>
                    <a:pt x="228" y="17"/>
                    <a:pt x="217" y="10"/>
                  </a:cubicBezTo>
                  <a:cubicBezTo>
                    <a:pt x="206" y="3"/>
                    <a:pt x="193" y="0"/>
                    <a:pt x="180" y="0"/>
                  </a:cubicBezTo>
                  <a:lnTo>
                    <a:pt x="179" y="0"/>
                  </a:lnTo>
                  <a:lnTo>
                    <a:pt x="90" y="0"/>
                  </a:lnTo>
                  <a:lnTo>
                    <a:pt x="90" y="0"/>
                  </a:lnTo>
                  <a:cubicBezTo>
                    <a:pt x="77" y="0"/>
                    <a:pt x="64" y="3"/>
                    <a:pt x="53" y="10"/>
                  </a:cubicBezTo>
                  <a:cubicBezTo>
                    <a:pt x="42" y="17"/>
                    <a:pt x="32" y="26"/>
                    <a:pt x="26" y="37"/>
                  </a:cubicBezTo>
                  <a:cubicBezTo>
                    <a:pt x="22" y="43"/>
                    <a:pt x="20" y="50"/>
                    <a:pt x="18" y="56"/>
                  </a:cubicBezTo>
                  <a:lnTo>
                    <a:pt x="1" y="126"/>
                  </a:lnTo>
                  <a:cubicBezTo>
                    <a:pt x="1" y="127"/>
                    <a:pt x="0" y="129"/>
                    <a:pt x="0" y="130"/>
                  </a:cubicBezTo>
                  <a:cubicBezTo>
                    <a:pt x="0" y="133"/>
                    <a:pt x="1" y="136"/>
                    <a:pt x="3" y="139"/>
                  </a:cubicBezTo>
                  <a:cubicBezTo>
                    <a:pt x="5" y="141"/>
                    <a:pt x="7" y="144"/>
                    <a:pt x="10" y="146"/>
                  </a:cubicBezTo>
                  <a:cubicBezTo>
                    <a:pt x="13" y="147"/>
                    <a:pt x="16" y="149"/>
                    <a:pt x="19" y="149"/>
                  </a:cubicBezTo>
                  <a:lnTo>
                    <a:pt x="19" y="149"/>
                  </a:lnTo>
                  <a:lnTo>
                    <a:pt x="250" y="149"/>
                  </a:lnTo>
                  <a:cubicBezTo>
                    <a:pt x="251" y="149"/>
                    <a:pt x="251" y="149"/>
                    <a:pt x="251" y="149"/>
                  </a:cubicBezTo>
                  <a:cubicBezTo>
                    <a:pt x="255" y="149"/>
                    <a:pt x="259" y="147"/>
                    <a:pt x="261" y="146"/>
                  </a:cubicBezTo>
                  <a:cubicBezTo>
                    <a:pt x="264" y="144"/>
                    <a:pt x="266" y="141"/>
                    <a:pt x="267" y="139"/>
                  </a:cubicBezTo>
                  <a:cubicBezTo>
                    <a:pt x="269" y="136"/>
                    <a:pt x="270" y="133"/>
                    <a:pt x="270" y="130"/>
                  </a:cubicBezTo>
                  <a:cubicBezTo>
                    <a:pt x="270" y="128"/>
                    <a:pt x="270" y="126"/>
                    <a:pt x="269" y="125"/>
                  </a:cubicBezTo>
                  <a:close/>
                </a:path>
              </a:pathLst>
            </a:custGeom>
            <a:solidFill>
              <a:schemeClr val="dk1"/>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6" name="Google Shape;226;p35"/>
            <p:cNvSpPr/>
            <p:nvPr/>
          </p:nvSpPr>
          <p:spPr>
            <a:xfrm>
              <a:off x="6746040" y="2327760"/>
              <a:ext cx="53280" cy="53640"/>
            </a:xfrm>
            <a:custGeom>
              <a:avLst/>
              <a:gdLst/>
              <a:ahLst/>
              <a:cxnLst/>
              <a:rect l="l" t="t" r="r" b="b"/>
              <a:pathLst>
                <a:path w="148" h="149" extrusionOk="0">
                  <a:moveTo>
                    <a:pt x="148" y="75"/>
                  </a:moveTo>
                  <a:cubicBezTo>
                    <a:pt x="148" y="88"/>
                    <a:pt x="145" y="100"/>
                    <a:pt x="138" y="112"/>
                  </a:cubicBezTo>
                  <a:cubicBezTo>
                    <a:pt x="132" y="123"/>
                    <a:pt x="122" y="132"/>
                    <a:pt x="111" y="139"/>
                  </a:cubicBezTo>
                  <a:cubicBezTo>
                    <a:pt x="100" y="145"/>
                    <a:pt x="87" y="149"/>
                    <a:pt x="74" y="149"/>
                  </a:cubicBezTo>
                  <a:cubicBezTo>
                    <a:pt x="61" y="149"/>
                    <a:pt x="49" y="145"/>
                    <a:pt x="37" y="139"/>
                  </a:cubicBezTo>
                  <a:cubicBezTo>
                    <a:pt x="26" y="132"/>
                    <a:pt x="17" y="123"/>
                    <a:pt x="10" y="112"/>
                  </a:cubicBezTo>
                  <a:cubicBezTo>
                    <a:pt x="4" y="100"/>
                    <a:pt x="0" y="88"/>
                    <a:pt x="0" y="75"/>
                  </a:cubicBezTo>
                  <a:cubicBezTo>
                    <a:pt x="0" y="62"/>
                    <a:pt x="3" y="49"/>
                    <a:pt x="10" y="37"/>
                  </a:cubicBezTo>
                  <a:cubicBezTo>
                    <a:pt x="16" y="26"/>
                    <a:pt x="26" y="16"/>
                    <a:pt x="37" y="10"/>
                  </a:cubicBezTo>
                  <a:cubicBezTo>
                    <a:pt x="49" y="3"/>
                    <a:pt x="61" y="0"/>
                    <a:pt x="74" y="0"/>
                  </a:cubicBezTo>
                  <a:cubicBezTo>
                    <a:pt x="87" y="0"/>
                    <a:pt x="100" y="3"/>
                    <a:pt x="111" y="10"/>
                  </a:cubicBezTo>
                  <a:cubicBezTo>
                    <a:pt x="122" y="16"/>
                    <a:pt x="132" y="26"/>
                    <a:pt x="138" y="37"/>
                  </a:cubicBezTo>
                  <a:cubicBezTo>
                    <a:pt x="145" y="49"/>
                    <a:pt x="148" y="62"/>
                    <a:pt x="148" y="75"/>
                  </a:cubicBezTo>
                  <a:close/>
                </a:path>
              </a:pathLst>
            </a:custGeom>
            <a:solidFill>
              <a:schemeClr val="dk1"/>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7" name="Google Shape;227;p35"/>
            <p:cNvSpPr/>
            <p:nvPr/>
          </p:nvSpPr>
          <p:spPr>
            <a:xfrm>
              <a:off x="6724440" y="2401560"/>
              <a:ext cx="96480" cy="53640"/>
            </a:xfrm>
            <a:custGeom>
              <a:avLst/>
              <a:gdLst/>
              <a:ahLst/>
              <a:cxnLst/>
              <a:rect l="l" t="t" r="r" b="b"/>
              <a:pathLst>
                <a:path w="268" h="149" extrusionOk="0">
                  <a:moveTo>
                    <a:pt x="268" y="126"/>
                  </a:moveTo>
                  <a:lnTo>
                    <a:pt x="250" y="56"/>
                  </a:lnTo>
                  <a:cubicBezTo>
                    <a:pt x="249" y="50"/>
                    <a:pt x="246" y="43"/>
                    <a:pt x="243" y="37"/>
                  </a:cubicBezTo>
                  <a:cubicBezTo>
                    <a:pt x="236" y="26"/>
                    <a:pt x="227" y="16"/>
                    <a:pt x="215" y="10"/>
                  </a:cubicBezTo>
                  <a:cubicBezTo>
                    <a:pt x="204" y="3"/>
                    <a:pt x="191" y="0"/>
                    <a:pt x="178" y="0"/>
                  </a:cubicBezTo>
                  <a:lnTo>
                    <a:pt x="178" y="0"/>
                  </a:lnTo>
                  <a:lnTo>
                    <a:pt x="90" y="0"/>
                  </a:lnTo>
                  <a:cubicBezTo>
                    <a:pt x="76" y="0"/>
                    <a:pt x="64" y="3"/>
                    <a:pt x="52" y="10"/>
                  </a:cubicBezTo>
                  <a:cubicBezTo>
                    <a:pt x="41" y="17"/>
                    <a:pt x="32" y="26"/>
                    <a:pt x="25" y="37"/>
                  </a:cubicBezTo>
                  <a:cubicBezTo>
                    <a:pt x="22" y="43"/>
                    <a:pt x="19" y="50"/>
                    <a:pt x="17" y="56"/>
                  </a:cubicBezTo>
                  <a:lnTo>
                    <a:pt x="0" y="126"/>
                  </a:lnTo>
                  <a:cubicBezTo>
                    <a:pt x="0" y="127"/>
                    <a:pt x="0" y="129"/>
                    <a:pt x="0" y="130"/>
                  </a:cubicBezTo>
                  <a:cubicBezTo>
                    <a:pt x="0" y="133"/>
                    <a:pt x="0" y="136"/>
                    <a:pt x="2" y="139"/>
                  </a:cubicBezTo>
                  <a:cubicBezTo>
                    <a:pt x="4" y="141"/>
                    <a:pt x="6" y="144"/>
                    <a:pt x="9" y="146"/>
                  </a:cubicBezTo>
                  <a:cubicBezTo>
                    <a:pt x="12" y="147"/>
                    <a:pt x="15" y="149"/>
                    <a:pt x="18" y="149"/>
                  </a:cubicBezTo>
                  <a:lnTo>
                    <a:pt x="18" y="149"/>
                  </a:lnTo>
                  <a:lnTo>
                    <a:pt x="250" y="149"/>
                  </a:lnTo>
                  <a:lnTo>
                    <a:pt x="250" y="149"/>
                  </a:lnTo>
                  <a:cubicBezTo>
                    <a:pt x="253" y="149"/>
                    <a:pt x="256" y="147"/>
                    <a:pt x="259" y="146"/>
                  </a:cubicBezTo>
                  <a:cubicBezTo>
                    <a:pt x="262" y="144"/>
                    <a:pt x="265" y="141"/>
                    <a:pt x="266" y="139"/>
                  </a:cubicBezTo>
                  <a:cubicBezTo>
                    <a:pt x="268" y="136"/>
                    <a:pt x="268" y="133"/>
                    <a:pt x="268" y="130"/>
                  </a:cubicBezTo>
                  <a:cubicBezTo>
                    <a:pt x="268" y="129"/>
                    <a:pt x="268" y="127"/>
                    <a:pt x="268" y="126"/>
                  </a:cubicBezTo>
                  <a:close/>
                </a:path>
              </a:pathLst>
            </a:custGeom>
            <a:solidFill>
              <a:schemeClr val="dk1"/>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25" name="Group 24">
            <a:extLst>
              <a:ext uri="{FF2B5EF4-FFF2-40B4-BE49-F238E27FC236}">
                <a16:creationId xmlns:a16="http://schemas.microsoft.com/office/drawing/2014/main" id="{7167D85C-587A-43D7-ACAA-3C7FCA5A6A5E}"/>
              </a:ext>
            </a:extLst>
          </p:cNvPr>
          <p:cNvGrpSpPr/>
          <p:nvPr/>
        </p:nvGrpSpPr>
        <p:grpSpPr>
          <a:xfrm>
            <a:off x="5345364" y="124715"/>
            <a:ext cx="3633112" cy="618237"/>
            <a:chOff x="5345364" y="124715"/>
            <a:chExt cx="3633112" cy="618237"/>
          </a:xfrm>
        </p:grpSpPr>
        <p:pic>
          <p:nvPicPr>
            <p:cNvPr id="26" name="Picture 2" descr="Politeknik Negeri Indramayu - Wikipedia bahasa Indonesia ...">
              <a:extLst>
                <a:ext uri="{FF2B5EF4-FFF2-40B4-BE49-F238E27FC236}">
                  <a16:creationId xmlns:a16="http://schemas.microsoft.com/office/drawing/2014/main" id="{78F46B50-54B6-4559-A1BF-BA6708A43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7" name="Google Shape;154;p30">
              <a:extLst>
                <a:ext uri="{FF2B5EF4-FFF2-40B4-BE49-F238E27FC236}">
                  <a16:creationId xmlns:a16="http://schemas.microsoft.com/office/drawing/2014/main" id="{660A78BF-773C-43E1-AB56-C31625678427}"/>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012621" y="2856450"/>
            <a:ext cx="5418154" cy="1626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id-ID"/>
              <a:t>Fungsi </a:t>
            </a:r>
            <a:br>
              <a:rPr lang="id-ID"/>
            </a:br>
            <a:r>
              <a:rPr lang="id-ID"/>
              <a:t>Kutipan</a:t>
            </a:r>
            <a:endParaRP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2</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9" name="Group 8">
            <a:extLst>
              <a:ext uri="{FF2B5EF4-FFF2-40B4-BE49-F238E27FC236}">
                <a16:creationId xmlns:a16="http://schemas.microsoft.com/office/drawing/2014/main" id="{116606C4-23BF-4FBF-8AAC-44194E17F5F6}"/>
              </a:ext>
            </a:extLst>
          </p:cNvPr>
          <p:cNvGrpSpPr/>
          <p:nvPr/>
        </p:nvGrpSpPr>
        <p:grpSpPr>
          <a:xfrm>
            <a:off x="393718" y="1933584"/>
            <a:ext cx="1895893" cy="2141682"/>
            <a:chOff x="393718" y="1933584"/>
            <a:chExt cx="1895893" cy="2141682"/>
          </a:xfrm>
        </p:grpSpPr>
        <p:grpSp>
          <p:nvGrpSpPr>
            <p:cNvPr id="13" name="Google Shape;699;p50">
              <a:extLst>
                <a:ext uri="{FF2B5EF4-FFF2-40B4-BE49-F238E27FC236}">
                  <a16:creationId xmlns:a16="http://schemas.microsoft.com/office/drawing/2014/main" id="{5B8BE89A-1401-4151-B8DA-02A3977A4650}"/>
                </a:ext>
              </a:extLst>
            </p:cNvPr>
            <p:cNvGrpSpPr/>
            <p:nvPr/>
          </p:nvGrpSpPr>
          <p:grpSpPr>
            <a:xfrm>
              <a:off x="393718" y="1977952"/>
              <a:ext cx="873579" cy="944061"/>
              <a:chOff x="7468200" y="1563840"/>
              <a:chExt cx="316800" cy="342360"/>
            </a:xfrm>
          </p:grpSpPr>
          <p:sp>
            <p:nvSpPr>
              <p:cNvPr id="36" name="Google Shape;700;p50">
                <a:extLst>
                  <a:ext uri="{FF2B5EF4-FFF2-40B4-BE49-F238E27FC236}">
                    <a16:creationId xmlns:a16="http://schemas.microsoft.com/office/drawing/2014/main" id="{4C203CB7-A066-4626-BC86-7A83E15F5359}"/>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701;p50">
                <a:extLst>
                  <a:ext uri="{FF2B5EF4-FFF2-40B4-BE49-F238E27FC236}">
                    <a16:creationId xmlns:a16="http://schemas.microsoft.com/office/drawing/2014/main" id="{FF6F243B-BD82-4DBB-B6EA-9A636C1C7ED0}"/>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702;p50">
                <a:extLst>
                  <a:ext uri="{FF2B5EF4-FFF2-40B4-BE49-F238E27FC236}">
                    <a16:creationId xmlns:a16="http://schemas.microsoft.com/office/drawing/2014/main" id="{A3F1E5B9-20C0-4451-8612-4DFDA6654844}"/>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4" name="Google Shape;582;p50">
              <a:extLst>
                <a:ext uri="{FF2B5EF4-FFF2-40B4-BE49-F238E27FC236}">
                  <a16:creationId xmlns:a16="http://schemas.microsoft.com/office/drawing/2014/main" id="{397806BB-4F9C-41E0-A16F-500EFAE5E08C}"/>
                </a:ext>
              </a:extLst>
            </p:cNvPr>
            <p:cNvGrpSpPr/>
            <p:nvPr/>
          </p:nvGrpSpPr>
          <p:grpSpPr>
            <a:xfrm>
              <a:off x="1416032" y="2595193"/>
              <a:ext cx="873579" cy="873579"/>
              <a:chOff x="5981400" y="2658960"/>
              <a:chExt cx="342720" cy="342720"/>
            </a:xfrm>
          </p:grpSpPr>
          <p:sp>
            <p:nvSpPr>
              <p:cNvPr id="33" name="Google Shape;583;p50">
                <a:extLst>
                  <a:ext uri="{FF2B5EF4-FFF2-40B4-BE49-F238E27FC236}">
                    <a16:creationId xmlns:a16="http://schemas.microsoft.com/office/drawing/2014/main" id="{AEA1D5B5-C1C8-4E58-9253-418C0E18065E}"/>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4" name="Google Shape;584;p50">
                <a:extLst>
                  <a:ext uri="{FF2B5EF4-FFF2-40B4-BE49-F238E27FC236}">
                    <a16:creationId xmlns:a16="http://schemas.microsoft.com/office/drawing/2014/main" id="{6E1C3EFC-EF84-4EE3-B429-240CA11C00B4}"/>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5" name="Google Shape;585;p50">
                <a:extLst>
                  <a:ext uri="{FF2B5EF4-FFF2-40B4-BE49-F238E27FC236}">
                    <a16:creationId xmlns:a16="http://schemas.microsoft.com/office/drawing/2014/main" id="{E0656054-0716-4FCB-8F96-63778B19E7DA}"/>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5" name="Google Shape;599;p50">
              <a:extLst>
                <a:ext uri="{FF2B5EF4-FFF2-40B4-BE49-F238E27FC236}">
                  <a16:creationId xmlns:a16="http://schemas.microsoft.com/office/drawing/2014/main" id="{4EBD8AF9-8D1F-4D86-9360-C2227FC2CE1A}"/>
                </a:ext>
              </a:extLst>
            </p:cNvPr>
            <p:cNvGrpSpPr/>
            <p:nvPr/>
          </p:nvGrpSpPr>
          <p:grpSpPr>
            <a:xfrm>
              <a:off x="406623" y="3198922"/>
              <a:ext cx="873579" cy="876344"/>
              <a:chOff x="3016440" y="2658600"/>
              <a:chExt cx="341280" cy="342360"/>
            </a:xfrm>
          </p:grpSpPr>
          <p:sp>
            <p:nvSpPr>
              <p:cNvPr id="29" name="Google Shape;600;p50">
                <a:extLst>
                  <a:ext uri="{FF2B5EF4-FFF2-40B4-BE49-F238E27FC236}">
                    <a16:creationId xmlns:a16="http://schemas.microsoft.com/office/drawing/2014/main" id="{1B368812-5004-4BEE-8A6C-F95DE26AF8B4}"/>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601;p50">
                <a:extLst>
                  <a:ext uri="{FF2B5EF4-FFF2-40B4-BE49-F238E27FC236}">
                    <a16:creationId xmlns:a16="http://schemas.microsoft.com/office/drawing/2014/main" id="{5E510597-8C64-45C4-AEEA-AACD188D1527}"/>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602;p50">
                <a:extLst>
                  <a:ext uri="{FF2B5EF4-FFF2-40B4-BE49-F238E27FC236}">
                    <a16:creationId xmlns:a16="http://schemas.microsoft.com/office/drawing/2014/main" id="{5F1BA4E9-B460-4A4A-A434-AAEF188E77AA}"/>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603;p50">
                <a:extLst>
                  <a:ext uri="{FF2B5EF4-FFF2-40B4-BE49-F238E27FC236}">
                    <a16:creationId xmlns:a16="http://schemas.microsoft.com/office/drawing/2014/main" id="{29D79C2A-5FAF-4FAE-BC5C-D24E3BD0409E}"/>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726;p50">
              <a:extLst>
                <a:ext uri="{FF2B5EF4-FFF2-40B4-BE49-F238E27FC236}">
                  <a16:creationId xmlns:a16="http://schemas.microsoft.com/office/drawing/2014/main" id="{4B780DDB-42EE-40B0-97DC-2B1170F0EBFE}"/>
                </a:ext>
              </a:extLst>
            </p:cNvPr>
            <p:cNvGrpSpPr/>
            <p:nvPr/>
          </p:nvGrpSpPr>
          <p:grpSpPr>
            <a:xfrm>
              <a:off x="1527936" y="1933584"/>
              <a:ext cx="378111" cy="376923"/>
              <a:chOff x="4495680" y="1564200"/>
              <a:chExt cx="343800" cy="342720"/>
            </a:xfrm>
          </p:grpSpPr>
          <p:sp>
            <p:nvSpPr>
              <p:cNvPr id="21" name="Google Shape;727;p50">
                <a:extLst>
                  <a:ext uri="{FF2B5EF4-FFF2-40B4-BE49-F238E27FC236}">
                    <a16:creationId xmlns:a16="http://schemas.microsoft.com/office/drawing/2014/main" id="{0F6D3892-F6A2-48B5-860B-4E8A749049B0}"/>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728;p50">
                <a:extLst>
                  <a:ext uri="{FF2B5EF4-FFF2-40B4-BE49-F238E27FC236}">
                    <a16:creationId xmlns:a16="http://schemas.microsoft.com/office/drawing/2014/main" id="{9D64043E-07BE-489C-8ABF-9A18D5B651D8}"/>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729;p50">
                <a:extLst>
                  <a:ext uri="{FF2B5EF4-FFF2-40B4-BE49-F238E27FC236}">
                    <a16:creationId xmlns:a16="http://schemas.microsoft.com/office/drawing/2014/main" id="{A9877327-CA25-45B7-893E-C81AE712365E}"/>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730;p50">
                <a:extLst>
                  <a:ext uri="{FF2B5EF4-FFF2-40B4-BE49-F238E27FC236}">
                    <a16:creationId xmlns:a16="http://schemas.microsoft.com/office/drawing/2014/main" id="{29899470-C770-4BCE-92E4-DB3C4CB6A41B}"/>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731;p50">
                <a:extLst>
                  <a:ext uri="{FF2B5EF4-FFF2-40B4-BE49-F238E27FC236}">
                    <a16:creationId xmlns:a16="http://schemas.microsoft.com/office/drawing/2014/main" id="{3B2F4F54-DCDC-4BBA-AD4A-546333E073B4}"/>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732;p50">
                <a:extLst>
                  <a:ext uri="{FF2B5EF4-FFF2-40B4-BE49-F238E27FC236}">
                    <a16:creationId xmlns:a16="http://schemas.microsoft.com/office/drawing/2014/main" id="{F45D1F33-11A2-4E41-B3CF-EDC0D9308298}"/>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33;p50">
                <a:extLst>
                  <a:ext uri="{FF2B5EF4-FFF2-40B4-BE49-F238E27FC236}">
                    <a16:creationId xmlns:a16="http://schemas.microsoft.com/office/drawing/2014/main" id="{671DFA8E-E872-4E02-B2C9-3B1DAEAEA432}"/>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34;p50">
                <a:extLst>
                  <a:ext uri="{FF2B5EF4-FFF2-40B4-BE49-F238E27FC236}">
                    <a16:creationId xmlns:a16="http://schemas.microsoft.com/office/drawing/2014/main" id="{3C96D35C-E357-479C-83DC-7A7C58AEF94D}"/>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7" name="Google Shape;565;p50">
              <a:extLst>
                <a:ext uri="{FF2B5EF4-FFF2-40B4-BE49-F238E27FC236}">
                  <a16:creationId xmlns:a16="http://schemas.microsoft.com/office/drawing/2014/main" id="{7CD32CC4-7E2C-42ED-A7D1-6A2885A690E8}"/>
                </a:ext>
              </a:extLst>
            </p:cNvPr>
            <p:cNvGrpSpPr/>
            <p:nvPr/>
          </p:nvGrpSpPr>
          <p:grpSpPr>
            <a:xfrm>
              <a:off x="1527936" y="3669750"/>
              <a:ext cx="281505" cy="376132"/>
              <a:chOff x="8238240" y="2658960"/>
              <a:chExt cx="255960" cy="342000"/>
            </a:xfrm>
          </p:grpSpPr>
          <p:sp>
            <p:nvSpPr>
              <p:cNvPr id="18" name="Google Shape;566;p50">
                <a:extLst>
                  <a:ext uri="{FF2B5EF4-FFF2-40B4-BE49-F238E27FC236}">
                    <a16:creationId xmlns:a16="http://schemas.microsoft.com/office/drawing/2014/main" id="{96BDCF1B-FAF3-4ECE-969D-4383F836A13B}"/>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67;p50">
                <a:extLst>
                  <a:ext uri="{FF2B5EF4-FFF2-40B4-BE49-F238E27FC236}">
                    <a16:creationId xmlns:a16="http://schemas.microsoft.com/office/drawing/2014/main" id="{D17BA05A-5944-4AB4-B0B8-5BA13CA39628}"/>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568;p50">
                <a:extLst>
                  <a:ext uri="{FF2B5EF4-FFF2-40B4-BE49-F238E27FC236}">
                    <a16:creationId xmlns:a16="http://schemas.microsoft.com/office/drawing/2014/main" id="{AB09D62E-70ED-4165-8206-535D6F036DEF}"/>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106214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grpSp>
        <p:nvGrpSpPr>
          <p:cNvPr id="28" name="Google Shape;1086;p57">
            <a:extLst>
              <a:ext uri="{FF2B5EF4-FFF2-40B4-BE49-F238E27FC236}">
                <a16:creationId xmlns:a16="http://schemas.microsoft.com/office/drawing/2014/main" id="{5E95C0E0-08F5-442B-BAC7-BB12F1AD656C}"/>
              </a:ext>
            </a:extLst>
          </p:cNvPr>
          <p:cNvGrpSpPr/>
          <p:nvPr/>
        </p:nvGrpSpPr>
        <p:grpSpPr>
          <a:xfrm>
            <a:off x="418087" y="795425"/>
            <a:ext cx="4194733"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29" name="Google Shape;1087;p57">
              <a:extLst>
                <a:ext uri="{FF2B5EF4-FFF2-40B4-BE49-F238E27FC236}">
                  <a16:creationId xmlns:a16="http://schemas.microsoft.com/office/drawing/2014/main" id="{0AB13032-1DC1-4B73-8115-1B6927BC3BAD}"/>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88;p57">
              <a:extLst>
                <a:ext uri="{FF2B5EF4-FFF2-40B4-BE49-F238E27FC236}">
                  <a16:creationId xmlns:a16="http://schemas.microsoft.com/office/drawing/2014/main" id="{4D618FA3-35B8-4724-A86F-5A4EAA51330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89;p57">
              <a:extLst>
                <a:ext uri="{FF2B5EF4-FFF2-40B4-BE49-F238E27FC236}">
                  <a16:creationId xmlns:a16="http://schemas.microsoft.com/office/drawing/2014/main" id="{7CFB9F2A-AFCE-44FA-A561-39D944B1DCBE}"/>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90;p57">
              <a:extLst>
                <a:ext uri="{FF2B5EF4-FFF2-40B4-BE49-F238E27FC236}">
                  <a16:creationId xmlns:a16="http://schemas.microsoft.com/office/drawing/2014/main" id="{82BC85DD-EEFB-44FD-BBA0-F1D29117DDFE}"/>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35"/>
          <p:cNvSpPr txBox="1">
            <a:spLocks noGrp="1"/>
          </p:cNvSpPr>
          <p:nvPr>
            <p:ph type="subTitle" idx="4"/>
          </p:nvPr>
        </p:nvSpPr>
        <p:spPr>
          <a:xfrm>
            <a:off x="530859" y="1894304"/>
            <a:ext cx="2887500" cy="5277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id-ID"/>
              <a:t>1. Menunjang Fakta</a:t>
            </a:r>
            <a:endParaRPr/>
          </a:p>
        </p:txBody>
      </p:sp>
      <p:sp>
        <p:nvSpPr>
          <p:cNvPr id="211" name="Google Shape;211;p35"/>
          <p:cNvSpPr txBox="1">
            <a:spLocks noGrp="1"/>
          </p:cNvSpPr>
          <p:nvPr>
            <p:ph type="title"/>
          </p:nvPr>
        </p:nvSpPr>
        <p:spPr>
          <a:xfrm>
            <a:off x="777153" y="763430"/>
            <a:ext cx="2749086" cy="59760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sz="2200"/>
              <a:t>F</a:t>
            </a:r>
            <a:r>
              <a:rPr lang="id-ID" sz="2200"/>
              <a:t>ungsi Kutipan</a:t>
            </a:r>
            <a:endParaRPr sz="2200"/>
          </a:p>
        </p:txBody>
      </p:sp>
      <p:sp>
        <p:nvSpPr>
          <p:cNvPr id="212" name="Google Shape;212;p35"/>
          <p:cNvSpPr txBox="1">
            <a:spLocks noGrp="1"/>
          </p:cNvSpPr>
          <p:nvPr>
            <p:ph type="subTitle" idx="1"/>
          </p:nvPr>
        </p:nvSpPr>
        <p:spPr>
          <a:xfrm>
            <a:off x="595993" y="2718707"/>
            <a:ext cx="3714742" cy="963188"/>
          </a:xfrm>
          <a:prstGeom prst="rect">
            <a:avLst/>
          </a:prstGeom>
        </p:spPr>
        <p:txBody>
          <a:bodyPr spcFirstLastPara="1" wrap="square" lIns="91425" tIns="91425" rIns="91425" bIns="91425" anchor="t" anchorCtr="0">
            <a:noAutofit/>
          </a:bodyPr>
          <a:lstStyle/>
          <a:p>
            <a:pPr marL="171450" lvl="0" indent="-1714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Kutipan dapat digunakan untuk menunjang fakta, konsep, gagasan, ide, atau bisa juga dimanfaatkan dalam menyampaikan informasi mengenai sumber data dan berbagai hal yang relevan. Kutipan yang digunakan untuk menunjang fakta biasanya disebut dengan catatan acuan.</a:t>
            </a:r>
            <a:endParaRPr lang="id-ID"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13" name="Google Shape;213;p35"/>
          <p:cNvSpPr txBox="1">
            <a:spLocks noGrp="1"/>
          </p:cNvSpPr>
          <p:nvPr>
            <p:ph type="subTitle" idx="2"/>
          </p:nvPr>
        </p:nvSpPr>
        <p:spPr>
          <a:xfrm>
            <a:off x="4549963" y="2677566"/>
            <a:ext cx="4022538" cy="1287000"/>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Kutipan bisa juga digunakan untuk memberikan penjelasan tambahan mengenai suatu permasalahan atau pembahasan yang sedang ditulis. Hal ini biasanya dipakai untuk menjelaskan definisi istilah agar menjadi lebih akurat. Fungsi kutipan ini sendiri biasa disebut dengan catatan kaki.</a:t>
            </a:r>
            <a:endParaRPr lang="en-US"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14" name="Google Shape;214;p35"/>
          <p:cNvSpPr txBox="1">
            <a:spLocks noGrp="1"/>
          </p:cNvSpPr>
          <p:nvPr>
            <p:ph type="subTitle" idx="3"/>
          </p:nvPr>
        </p:nvSpPr>
        <p:spPr>
          <a:xfrm>
            <a:off x="4549963" y="2122907"/>
            <a:ext cx="3900074" cy="5277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id-ID"/>
              <a:t>2. Memberikan Penjelasan</a:t>
            </a:r>
          </a:p>
          <a:p>
            <a:pPr marL="0" lvl="0" indent="0" algn="l" rtl="0">
              <a:spcBef>
                <a:spcPts val="0"/>
              </a:spcBef>
              <a:spcAft>
                <a:spcPts val="0"/>
              </a:spcAft>
              <a:buNone/>
            </a:pPr>
            <a:r>
              <a:rPr lang="id-ID"/>
              <a:t>    Tambahan</a:t>
            </a:r>
          </a:p>
        </p:txBody>
      </p:sp>
      <p:sp>
        <p:nvSpPr>
          <p:cNvPr id="41" name="Google Shape;209;p35">
            <a:extLst>
              <a:ext uri="{FF2B5EF4-FFF2-40B4-BE49-F238E27FC236}">
                <a16:creationId xmlns:a16="http://schemas.microsoft.com/office/drawing/2014/main" id="{69C18876-1DFE-4298-9B71-ABB7ACF4C9AA}"/>
              </a:ext>
            </a:extLst>
          </p:cNvPr>
          <p:cNvSpPr/>
          <p:nvPr/>
        </p:nvSpPr>
        <p:spPr>
          <a:xfrm>
            <a:off x="181227" y="668436"/>
            <a:ext cx="447600" cy="447600"/>
          </a:xfrm>
          <a:prstGeom prst="ellipse">
            <a:avLst/>
          </a:prstGeom>
          <a:solidFill>
            <a:schemeClr val="accent3"/>
          </a:solidFill>
          <a:ln>
            <a:noFill/>
          </a:ln>
          <a:effectLst>
            <a:innerShdw blurRad="114300">
              <a:prstClr val="black"/>
            </a:inn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00">
              <a:latin typeface="Lato"/>
              <a:ea typeface="Lato"/>
              <a:cs typeface="Lato"/>
              <a:sym typeface="Lato"/>
            </a:endParaRPr>
          </a:p>
        </p:txBody>
      </p:sp>
      <p:grpSp>
        <p:nvGrpSpPr>
          <p:cNvPr id="25" name="Group 24">
            <a:extLst>
              <a:ext uri="{FF2B5EF4-FFF2-40B4-BE49-F238E27FC236}">
                <a16:creationId xmlns:a16="http://schemas.microsoft.com/office/drawing/2014/main" id="{7167D85C-587A-43D7-ACAA-3C7FCA5A6A5E}"/>
              </a:ext>
            </a:extLst>
          </p:cNvPr>
          <p:cNvGrpSpPr/>
          <p:nvPr/>
        </p:nvGrpSpPr>
        <p:grpSpPr>
          <a:xfrm>
            <a:off x="5345364" y="124715"/>
            <a:ext cx="3633112" cy="618237"/>
            <a:chOff x="5345364" y="124715"/>
            <a:chExt cx="3633112" cy="618237"/>
          </a:xfrm>
        </p:grpSpPr>
        <p:pic>
          <p:nvPicPr>
            <p:cNvPr id="26" name="Picture 2" descr="Politeknik Negeri Indramayu - Wikipedia bahasa Indonesia ...">
              <a:extLst>
                <a:ext uri="{FF2B5EF4-FFF2-40B4-BE49-F238E27FC236}">
                  <a16:creationId xmlns:a16="http://schemas.microsoft.com/office/drawing/2014/main" id="{78F46B50-54B6-4559-A1BF-BA6708A43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7" name="Google Shape;154;p30">
              <a:extLst>
                <a:ext uri="{FF2B5EF4-FFF2-40B4-BE49-F238E27FC236}">
                  <a16:creationId xmlns:a16="http://schemas.microsoft.com/office/drawing/2014/main" id="{660A78BF-773C-43E1-AB56-C31625678427}"/>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34" name="Google Shape;249;p36">
            <a:extLst>
              <a:ext uri="{FF2B5EF4-FFF2-40B4-BE49-F238E27FC236}">
                <a16:creationId xmlns:a16="http://schemas.microsoft.com/office/drawing/2014/main" id="{DE1FEA77-CC0E-4CAA-A29C-0DB6CD0AA759}"/>
              </a:ext>
            </a:extLst>
          </p:cNvPr>
          <p:cNvGrpSpPr/>
          <p:nvPr/>
        </p:nvGrpSpPr>
        <p:grpSpPr>
          <a:xfrm>
            <a:off x="54636" y="852659"/>
            <a:ext cx="506386" cy="505323"/>
            <a:chOff x="1532880" y="2658600"/>
            <a:chExt cx="343080" cy="342360"/>
          </a:xfrm>
        </p:grpSpPr>
        <p:sp>
          <p:nvSpPr>
            <p:cNvPr id="35" name="Google Shape;250;p36">
              <a:extLst>
                <a:ext uri="{FF2B5EF4-FFF2-40B4-BE49-F238E27FC236}">
                  <a16:creationId xmlns:a16="http://schemas.microsoft.com/office/drawing/2014/main" id="{3B2027D6-1FCF-4446-8D1E-6D334EFFC1DD}"/>
                </a:ext>
              </a:extLst>
            </p:cNvPr>
            <p:cNvSpPr/>
            <p:nvPr/>
          </p:nvSpPr>
          <p:spPr>
            <a:xfrm>
              <a:off x="1603800" y="2804040"/>
              <a:ext cx="40320" cy="50760"/>
            </a:xfrm>
            <a:custGeom>
              <a:avLst/>
              <a:gdLst/>
              <a:ahLst/>
              <a:cxnLst/>
              <a:rect l="l" t="t" r="r" b="b"/>
              <a:pathLst>
                <a:path w="112" h="141" extrusionOk="0">
                  <a:moveTo>
                    <a:pt x="0" y="141"/>
                  </a:moveTo>
                  <a:lnTo>
                    <a:pt x="60" y="90"/>
                  </a:lnTo>
                  <a:cubicBezTo>
                    <a:pt x="68" y="84"/>
                    <a:pt x="75" y="78"/>
                    <a:pt x="84" y="74"/>
                  </a:cubicBezTo>
                  <a:cubicBezTo>
                    <a:pt x="93" y="69"/>
                    <a:pt x="102" y="65"/>
                    <a:pt x="112" y="62"/>
                  </a:cubicBezTo>
                  <a:lnTo>
                    <a:pt x="112" y="19"/>
                  </a:lnTo>
                  <a:lnTo>
                    <a:pt x="112" y="19"/>
                  </a:lnTo>
                  <a:cubicBezTo>
                    <a:pt x="112" y="16"/>
                    <a:pt x="111" y="12"/>
                    <a:pt x="109" y="10"/>
                  </a:cubicBezTo>
                  <a:cubicBezTo>
                    <a:pt x="107" y="7"/>
                    <a:pt x="105" y="4"/>
                    <a:pt x="102" y="3"/>
                  </a:cubicBezTo>
                  <a:cubicBezTo>
                    <a:pt x="100" y="1"/>
                    <a:pt x="96" y="0"/>
                    <a:pt x="93" y="0"/>
                  </a:cubicBezTo>
                  <a:lnTo>
                    <a:pt x="19" y="0"/>
                  </a:lnTo>
                  <a:cubicBezTo>
                    <a:pt x="15" y="0"/>
                    <a:pt x="12" y="1"/>
                    <a:pt x="9" y="3"/>
                  </a:cubicBezTo>
                  <a:cubicBezTo>
                    <a:pt x="7" y="4"/>
                    <a:pt x="5" y="7"/>
                    <a:pt x="3" y="10"/>
                  </a:cubicBezTo>
                  <a:cubicBezTo>
                    <a:pt x="1" y="12"/>
                    <a:pt x="0" y="16"/>
                    <a:pt x="0" y="19"/>
                  </a:cubicBezTo>
                  <a:lnTo>
                    <a:pt x="0" y="19"/>
                  </a:lnTo>
                  <a:lnTo>
                    <a:pt x="0" y="141"/>
                  </a:ln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6" name="Google Shape;251;p36">
              <a:extLst>
                <a:ext uri="{FF2B5EF4-FFF2-40B4-BE49-F238E27FC236}">
                  <a16:creationId xmlns:a16="http://schemas.microsoft.com/office/drawing/2014/main" id="{239B9C90-6A61-4A31-BFD6-F7A577C788F8}"/>
                </a:ext>
              </a:extLst>
            </p:cNvPr>
            <p:cNvSpPr/>
            <p:nvPr/>
          </p:nvSpPr>
          <p:spPr>
            <a:xfrm>
              <a:off x="1684080" y="2777400"/>
              <a:ext cx="40320" cy="58680"/>
            </a:xfrm>
            <a:custGeom>
              <a:avLst/>
              <a:gdLst/>
              <a:ahLst/>
              <a:cxnLst/>
              <a:rect l="l" t="t" r="r" b="b"/>
              <a:pathLst>
                <a:path w="112" h="163" extrusionOk="0">
                  <a:moveTo>
                    <a:pt x="19" y="0"/>
                  </a:moveTo>
                  <a:cubicBezTo>
                    <a:pt x="16" y="0"/>
                    <a:pt x="12" y="0"/>
                    <a:pt x="10" y="2"/>
                  </a:cubicBezTo>
                  <a:cubicBezTo>
                    <a:pt x="7" y="3"/>
                    <a:pt x="5" y="6"/>
                    <a:pt x="3" y="9"/>
                  </a:cubicBezTo>
                  <a:cubicBezTo>
                    <a:pt x="1" y="12"/>
                    <a:pt x="0" y="15"/>
                    <a:pt x="0" y="18"/>
                  </a:cubicBezTo>
                  <a:lnTo>
                    <a:pt x="0" y="127"/>
                  </a:lnTo>
                  <a:lnTo>
                    <a:pt x="23" y="127"/>
                  </a:lnTo>
                  <a:cubicBezTo>
                    <a:pt x="24" y="127"/>
                    <a:pt x="24" y="127"/>
                    <a:pt x="24" y="127"/>
                  </a:cubicBezTo>
                  <a:cubicBezTo>
                    <a:pt x="46" y="127"/>
                    <a:pt x="67" y="133"/>
                    <a:pt x="86" y="144"/>
                  </a:cubicBezTo>
                  <a:cubicBezTo>
                    <a:pt x="95" y="148"/>
                    <a:pt x="104" y="155"/>
                    <a:pt x="112" y="163"/>
                  </a:cubicBezTo>
                  <a:lnTo>
                    <a:pt x="112" y="18"/>
                  </a:lnTo>
                  <a:cubicBezTo>
                    <a:pt x="112" y="15"/>
                    <a:pt x="111" y="12"/>
                    <a:pt x="110" y="9"/>
                  </a:cubicBezTo>
                  <a:cubicBezTo>
                    <a:pt x="108" y="6"/>
                    <a:pt x="106" y="3"/>
                    <a:pt x="103" y="2"/>
                  </a:cubicBezTo>
                  <a:cubicBezTo>
                    <a:pt x="100" y="0"/>
                    <a:pt x="97" y="0"/>
                    <a:pt x="93" y="0"/>
                  </a:cubicBezTo>
                  <a:lnTo>
                    <a:pt x="93" y="0"/>
                  </a:lnTo>
                  <a:lnTo>
                    <a:pt x="19" y="0"/>
                  </a:lnTo>
                  <a:close/>
                </a:path>
              </a:pathLst>
            </a:custGeom>
            <a:solidFill>
              <a:schemeClr val="dk1"/>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252;p36">
              <a:extLst>
                <a:ext uri="{FF2B5EF4-FFF2-40B4-BE49-F238E27FC236}">
                  <a16:creationId xmlns:a16="http://schemas.microsoft.com/office/drawing/2014/main" id="{0B545DA3-0BC3-480E-B4AF-6D311FA99981}"/>
                </a:ext>
              </a:extLst>
            </p:cNvPr>
            <p:cNvSpPr/>
            <p:nvPr/>
          </p:nvSpPr>
          <p:spPr>
            <a:xfrm>
              <a:off x="1764360" y="2750760"/>
              <a:ext cx="40320" cy="98280"/>
            </a:xfrm>
            <a:custGeom>
              <a:avLst/>
              <a:gdLst/>
              <a:ahLst/>
              <a:cxnLst/>
              <a:rect l="l" t="t" r="r" b="b"/>
              <a:pathLst>
                <a:path w="112" h="273" extrusionOk="0">
                  <a:moveTo>
                    <a:pt x="19" y="0"/>
                  </a:moveTo>
                  <a:lnTo>
                    <a:pt x="19" y="0"/>
                  </a:lnTo>
                  <a:cubicBezTo>
                    <a:pt x="16" y="0"/>
                    <a:pt x="13" y="0"/>
                    <a:pt x="10" y="2"/>
                  </a:cubicBezTo>
                  <a:cubicBezTo>
                    <a:pt x="7" y="4"/>
                    <a:pt x="5" y="6"/>
                    <a:pt x="3" y="9"/>
                  </a:cubicBezTo>
                  <a:cubicBezTo>
                    <a:pt x="1" y="12"/>
                    <a:pt x="0" y="15"/>
                    <a:pt x="0" y="18"/>
                  </a:cubicBezTo>
                  <a:lnTo>
                    <a:pt x="0" y="18"/>
                  </a:lnTo>
                  <a:lnTo>
                    <a:pt x="0" y="260"/>
                  </a:lnTo>
                  <a:lnTo>
                    <a:pt x="28" y="260"/>
                  </a:lnTo>
                  <a:cubicBezTo>
                    <a:pt x="45" y="260"/>
                    <a:pt x="62" y="264"/>
                    <a:pt x="77" y="273"/>
                  </a:cubicBezTo>
                  <a:lnTo>
                    <a:pt x="112" y="237"/>
                  </a:lnTo>
                  <a:lnTo>
                    <a:pt x="112" y="18"/>
                  </a:lnTo>
                  <a:cubicBezTo>
                    <a:pt x="112" y="15"/>
                    <a:pt x="111" y="12"/>
                    <a:pt x="110" y="9"/>
                  </a:cubicBezTo>
                  <a:cubicBezTo>
                    <a:pt x="108" y="6"/>
                    <a:pt x="106" y="4"/>
                    <a:pt x="103" y="2"/>
                  </a:cubicBezTo>
                  <a:cubicBezTo>
                    <a:pt x="100" y="0"/>
                    <a:pt x="97" y="0"/>
                    <a:pt x="94" y="0"/>
                  </a:cubicBezTo>
                  <a:lnTo>
                    <a:pt x="19"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253;p36">
              <a:extLst>
                <a:ext uri="{FF2B5EF4-FFF2-40B4-BE49-F238E27FC236}">
                  <a16:creationId xmlns:a16="http://schemas.microsoft.com/office/drawing/2014/main" id="{D18FE1D6-B6AE-4613-B3A0-2F2CE0A0C401}"/>
                </a:ext>
              </a:extLst>
            </p:cNvPr>
            <p:cNvSpPr/>
            <p:nvPr/>
          </p:nvSpPr>
          <p:spPr>
            <a:xfrm>
              <a:off x="1603440" y="2658600"/>
              <a:ext cx="201600" cy="115200"/>
            </a:xfrm>
            <a:custGeom>
              <a:avLst/>
              <a:gdLst/>
              <a:ahLst/>
              <a:cxnLst/>
              <a:rect l="l" t="t" r="r" b="b"/>
              <a:pathLst>
                <a:path w="560" h="320" extrusionOk="0">
                  <a:moveTo>
                    <a:pt x="5" y="306"/>
                  </a:moveTo>
                  <a:cubicBezTo>
                    <a:pt x="7" y="310"/>
                    <a:pt x="11" y="313"/>
                    <a:pt x="15" y="316"/>
                  </a:cubicBezTo>
                  <a:cubicBezTo>
                    <a:pt x="19" y="318"/>
                    <a:pt x="24" y="320"/>
                    <a:pt x="29" y="320"/>
                  </a:cubicBezTo>
                  <a:cubicBezTo>
                    <a:pt x="30" y="320"/>
                    <a:pt x="30" y="320"/>
                    <a:pt x="30" y="320"/>
                  </a:cubicBezTo>
                  <a:cubicBezTo>
                    <a:pt x="34" y="320"/>
                    <a:pt x="38" y="319"/>
                    <a:pt x="42" y="317"/>
                  </a:cubicBezTo>
                  <a:lnTo>
                    <a:pt x="483" y="111"/>
                  </a:lnTo>
                  <a:lnTo>
                    <a:pt x="477" y="130"/>
                  </a:lnTo>
                  <a:cubicBezTo>
                    <a:pt x="475" y="133"/>
                    <a:pt x="475" y="137"/>
                    <a:pt x="475" y="140"/>
                  </a:cubicBezTo>
                  <a:cubicBezTo>
                    <a:pt x="475" y="145"/>
                    <a:pt x="476" y="150"/>
                    <a:pt x="479" y="154"/>
                  </a:cubicBezTo>
                  <a:cubicBezTo>
                    <a:pt x="481" y="158"/>
                    <a:pt x="485" y="162"/>
                    <a:pt x="489" y="164"/>
                  </a:cubicBezTo>
                  <a:cubicBezTo>
                    <a:pt x="490" y="165"/>
                    <a:pt x="492" y="166"/>
                    <a:pt x="493" y="166"/>
                  </a:cubicBezTo>
                  <a:cubicBezTo>
                    <a:pt x="496" y="167"/>
                    <a:pt x="499" y="168"/>
                    <a:pt x="503" y="168"/>
                  </a:cubicBezTo>
                  <a:lnTo>
                    <a:pt x="503" y="168"/>
                  </a:lnTo>
                  <a:lnTo>
                    <a:pt x="503" y="168"/>
                  </a:lnTo>
                  <a:cubicBezTo>
                    <a:pt x="508" y="168"/>
                    <a:pt x="513" y="166"/>
                    <a:pt x="517" y="164"/>
                  </a:cubicBezTo>
                  <a:cubicBezTo>
                    <a:pt x="521" y="162"/>
                    <a:pt x="525" y="158"/>
                    <a:pt x="527" y="154"/>
                  </a:cubicBezTo>
                  <a:cubicBezTo>
                    <a:pt x="528" y="152"/>
                    <a:pt x="529" y="151"/>
                    <a:pt x="529" y="149"/>
                  </a:cubicBezTo>
                  <a:lnTo>
                    <a:pt x="559" y="67"/>
                  </a:lnTo>
                  <a:cubicBezTo>
                    <a:pt x="560" y="64"/>
                    <a:pt x="560" y="61"/>
                    <a:pt x="560" y="57"/>
                  </a:cubicBezTo>
                  <a:cubicBezTo>
                    <a:pt x="560" y="53"/>
                    <a:pt x="559" y="48"/>
                    <a:pt x="557" y="44"/>
                  </a:cubicBezTo>
                  <a:cubicBezTo>
                    <a:pt x="554" y="39"/>
                    <a:pt x="551" y="36"/>
                    <a:pt x="546" y="33"/>
                  </a:cubicBezTo>
                  <a:cubicBezTo>
                    <a:pt x="545" y="33"/>
                    <a:pt x="543" y="32"/>
                    <a:pt x="542" y="31"/>
                  </a:cubicBezTo>
                  <a:lnTo>
                    <a:pt x="458" y="1"/>
                  </a:lnTo>
                  <a:cubicBezTo>
                    <a:pt x="455" y="0"/>
                    <a:pt x="452" y="0"/>
                    <a:pt x="449" y="0"/>
                  </a:cubicBezTo>
                  <a:cubicBezTo>
                    <a:pt x="444" y="0"/>
                    <a:pt x="439" y="0"/>
                    <a:pt x="435" y="3"/>
                  </a:cubicBezTo>
                  <a:cubicBezTo>
                    <a:pt x="431" y="5"/>
                    <a:pt x="427" y="9"/>
                    <a:pt x="425" y="14"/>
                  </a:cubicBezTo>
                  <a:cubicBezTo>
                    <a:pt x="422" y="18"/>
                    <a:pt x="421" y="23"/>
                    <a:pt x="421" y="28"/>
                  </a:cubicBezTo>
                  <a:cubicBezTo>
                    <a:pt x="421" y="33"/>
                    <a:pt x="422" y="38"/>
                    <a:pt x="425" y="42"/>
                  </a:cubicBezTo>
                  <a:cubicBezTo>
                    <a:pt x="427" y="46"/>
                    <a:pt x="431" y="50"/>
                    <a:pt x="435" y="52"/>
                  </a:cubicBezTo>
                  <a:cubicBezTo>
                    <a:pt x="436" y="53"/>
                    <a:pt x="438" y="54"/>
                    <a:pt x="440" y="54"/>
                  </a:cubicBezTo>
                  <a:lnTo>
                    <a:pt x="458" y="61"/>
                  </a:lnTo>
                  <a:lnTo>
                    <a:pt x="18" y="266"/>
                  </a:lnTo>
                  <a:cubicBezTo>
                    <a:pt x="16" y="266"/>
                    <a:pt x="15" y="267"/>
                    <a:pt x="14" y="268"/>
                  </a:cubicBezTo>
                  <a:cubicBezTo>
                    <a:pt x="9" y="270"/>
                    <a:pt x="6" y="274"/>
                    <a:pt x="4" y="278"/>
                  </a:cubicBezTo>
                  <a:cubicBezTo>
                    <a:pt x="1" y="282"/>
                    <a:pt x="0" y="286"/>
                    <a:pt x="0" y="291"/>
                  </a:cubicBezTo>
                  <a:cubicBezTo>
                    <a:pt x="0" y="295"/>
                    <a:pt x="1" y="300"/>
                    <a:pt x="4" y="304"/>
                  </a:cubicBezTo>
                  <a:cubicBezTo>
                    <a:pt x="4" y="305"/>
                    <a:pt x="4" y="305"/>
                    <a:pt x="5" y="30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 name="Google Shape;254;p36">
              <a:extLst>
                <a:ext uri="{FF2B5EF4-FFF2-40B4-BE49-F238E27FC236}">
                  <a16:creationId xmlns:a16="http://schemas.microsoft.com/office/drawing/2014/main" id="{4C1951B4-F7B5-43C6-8B3F-10B0EDE690B0}"/>
                </a:ext>
              </a:extLst>
            </p:cNvPr>
            <p:cNvSpPr/>
            <p:nvPr/>
          </p:nvSpPr>
          <p:spPr>
            <a:xfrm>
              <a:off x="1598040" y="2825640"/>
              <a:ext cx="277920" cy="135360"/>
            </a:xfrm>
            <a:custGeom>
              <a:avLst/>
              <a:gdLst/>
              <a:ahLst/>
              <a:cxnLst/>
              <a:rect l="l" t="t" r="r" b="b"/>
              <a:pathLst>
                <a:path w="772" h="376" extrusionOk="0">
                  <a:moveTo>
                    <a:pt x="708" y="1"/>
                  </a:moveTo>
                  <a:lnTo>
                    <a:pt x="708" y="1"/>
                  </a:lnTo>
                  <a:cubicBezTo>
                    <a:pt x="697" y="1"/>
                    <a:pt x="687" y="4"/>
                    <a:pt x="677" y="9"/>
                  </a:cubicBezTo>
                  <a:cubicBezTo>
                    <a:pt x="672" y="12"/>
                    <a:pt x="668" y="14"/>
                    <a:pt x="664" y="18"/>
                  </a:cubicBezTo>
                  <a:lnTo>
                    <a:pt x="578" y="105"/>
                  </a:lnTo>
                  <a:cubicBezTo>
                    <a:pt x="585" y="119"/>
                    <a:pt x="589" y="134"/>
                    <a:pt x="589" y="150"/>
                  </a:cubicBezTo>
                  <a:lnTo>
                    <a:pt x="589" y="150"/>
                  </a:lnTo>
                  <a:cubicBezTo>
                    <a:pt x="589" y="168"/>
                    <a:pt x="584" y="185"/>
                    <a:pt x="576" y="200"/>
                  </a:cubicBezTo>
                  <a:cubicBezTo>
                    <a:pt x="567" y="215"/>
                    <a:pt x="555" y="228"/>
                    <a:pt x="540" y="236"/>
                  </a:cubicBezTo>
                  <a:cubicBezTo>
                    <a:pt x="525" y="245"/>
                    <a:pt x="508" y="249"/>
                    <a:pt x="490" y="249"/>
                  </a:cubicBezTo>
                  <a:lnTo>
                    <a:pt x="254" y="249"/>
                  </a:lnTo>
                  <a:cubicBezTo>
                    <a:pt x="253" y="249"/>
                    <a:pt x="252" y="249"/>
                    <a:pt x="252" y="249"/>
                  </a:cubicBezTo>
                  <a:cubicBezTo>
                    <a:pt x="247" y="249"/>
                    <a:pt x="241" y="248"/>
                    <a:pt x="237" y="245"/>
                  </a:cubicBezTo>
                  <a:cubicBezTo>
                    <a:pt x="232" y="243"/>
                    <a:pt x="229" y="239"/>
                    <a:pt x="227" y="235"/>
                  </a:cubicBezTo>
                  <a:cubicBezTo>
                    <a:pt x="224" y="231"/>
                    <a:pt x="223" y="226"/>
                    <a:pt x="223" y="221"/>
                  </a:cubicBezTo>
                  <a:cubicBezTo>
                    <a:pt x="223" y="216"/>
                    <a:pt x="224" y="211"/>
                    <a:pt x="227" y="207"/>
                  </a:cubicBezTo>
                  <a:cubicBezTo>
                    <a:pt x="229" y="203"/>
                    <a:pt x="232" y="200"/>
                    <a:pt x="237" y="197"/>
                  </a:cubicBezTo>
                  <a:cubicBezTo>
                    <a:pt x="241" y="195"/>
                    <a:pt x="247" y="193"/>
                    <a:pt x="252" y="193"/>
                  </a:cubicBezTo>
                  <a:cubicBezTo>
                    <a:pt x="252" y="193"/>
                    <a:pt x="253" y="193"/>
                    <a:pt x="254" y="193"/>
                  </a:cubicBezTo>
                  <a:lnTo>
                    <a:pt x="490" y="193"/>
                  </a:lnTo>
                  <a:cubicBezTo>
                    <a:pt x="498" y="193"/>
                    <a:pt x="505" y="191"/>
                    <a:pt x="512" y="187"/>
                  </a:cubicBezTo>
                  <a:cubicBezTo>
                    <a:pt x="518" y="184"/>
                    <a:pt x="523" y="179"/>
                    <a:pt x="527" y="172"/>
                  </a:cubicBezTo>
                  <a:cubicBezTo>
                    <a:pt x="530" y="166"/>
                    <a:pt x="533" y="158"/>
                    <a:pt x="533" y="150"/>
                  </a:cubicBezTo>
                  <a:cubicBezTo>
                    <a:pt x="533" y="143"/>
                    <a:pt x="530" y="136"/>
                    <a:pt x="527" y="129"/>
                  </a:cubicBezTo>
                  <a:cubicBezTo>
                    <a:pt x="523" y="123"/>
                    <a:pt x="518" y="117"/>
                    <a:pt x="512" y="113"/>
                  </a:cubicBezTo>
                  <a:cubicBezTo>
                    <a:pt x="505" y="109"/>
                    <a:pt x="498" y="107"/>
                    <a:pt x="490" y="107"/>
                  </a:cubicBezTo>
                  <a:lnTo>
                    <a:pt x="375" y="107"/>
                  </a:lnTo>
                  <a:cubicBezTo>
                    <a:pt x="363" y="107"/>
                    <a:pt x="352" y="104"/>
                    <a:pt x="342" y="98"/>
                  </a:cubicBezTo>
                  <a:cubicBezTo>
                    <a:pt x="334" y="94"/>
                    <a:pt x="327" y="88"/>
                    <a:pt x="322" y="81"/>
                  </a:cubicBezTo>
                  <a:lnTo>
                    <a:pt x="309" y="65"/>
                  </a:lnTo>
                  <a:cubicBezTo>
                    <a:pt x="306" y="62"/>
                    <a:pt x="302" y="59"/>
                    <a:pt x="297" y="56"/>
                  </a:cubicBezTo>
                  <a:cubicBezTo>
                    <a:pt x="287" y="50"/>
                    <a:pt x="275" y="47"/>
                    <a:pt x="263" y="47"/>
                  </a:cubicBezTo>
                  <a:lnTo>
                    <a:pt x="263" y="47"/>
                  </a:lnTo>
                  <a:lnTo>
                    <a:pt x="180" y="47"/>
                  </a:lnTo>
                  <a:cubicBezTo>
                    <a:pt x="162" y="47"/>
                    <a:pt x="144" y="52"/>
                    <a:pt x="128" y="61"/>
                  </a:cubicBezTo>
                  <a:cubicBezTo>
                    <a:pt x="123" y="64"/>
                    <a:pt x="118" y="68"/>
                    <a:pt x="113" y="71"/>
                  </a:cubicBezTo>
                  <a:lnTo>
                    <a:pt x="0" y="167"/>
                  </a:lnTo>
                  <a:lnTo>
                    <a:pt x="119" y="373"/>
                  </a:lnTo>
                  <a:lnTo>
                    <a:pt x="121" y="376"/>
                  </a:lnTo>
                  <a:lnTo>
                    <a:pt x="442" y="376"/>
                  </a:lnTo>
                  <a:lnTo>
                    <a:pt x="442" y="376"/>
                  </a:lnTo>
                  <a:cubicBezTo>
                    <a:pt x="461" y="376"/>
                    <a:pt x="478" y="371"/>
                    <a:pt x="494" y="362"/>
                  </a:cubicBezTo>
                  <a:cubicBezTo>
                    <a:pt x="502" y="358"/>
                    <a:pt x="509" y="352"/>
                    <a:pt x="515" y="346"/>
                  </a:cubicBezTo>
                  <a:lnTo>
                    <a:pt x="753" y="106"/>
                  </a:lnTo>
                  <a:cubicBezTo>
                    <a:pt x="757" y="103"/>
                    <a:pt x="761" y="98"/>
                    <a:pt x="763" y="93"/>
                  </a:cubicBezTo>
                  <a:cubicBezTo>
                    <a:pt x="769" y="84"/>
                    <a:pt x="772" y="73"/>
                    <a:pt x="772" y="62"/>
                  </a:cubicBezTo>
                  <a:cubicBezTo>
                    <a:pt x="772" y="51"/>
                    <a:pt x="768" y="40"/>
                    <a:pt x="763" y="30"/>
                  </a:cubicBezTo>
                  <a:cubicBezTo>
                    <a:pt x="757" y="21"/>
                    <a:pt x="750" y="14"/>
                    <a:pt x="740" y="8"/>
                  </a:cubicBezTo>
                  <a:cubicBezTo>
                    <a:pt x="731" y="3"/>
                    <a:pt x="720" y="0"/>
                    <a:pt x="709" y="0"/>
                  </a:cubicBezTo>
                  <a:lnTo>
                    <a:pt x="708" y="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0" name="Google Shape;255;p36">
              <a:extLst>
                <a:ext uri="{FF2B5EF4-FFF2-40B4-BE49-F238E27FC236}">
                  <a16:creationId xmlns:a16="http://schemas.microsoft.com/office/drawing/2014/main" id="{DBF341B7-8C8B-4BB5-8528-2950086F3737}"/>
                </a:ext>
              </a:extLst>
            </p:cNvPr>
            <p:cNvSpPr/>
            <p:nvPr/>
          </p:nvSpPr>
          <p:spPr>
            <a:xfrm>
              <a:off x="1532880" y="2882520"/>
              <a:ext cx="92160" cy="118440"/>
            </a:xfrm>
            <a:custGeom>
              <a:avLst/>
              <a:gdLst/>
              <a:ahLst/>
              <a:cxnLst/>
              <a:rect l="l" t="t" r="r" b="b"/>
              <a:pathLst>
                <a:path w="256" h="329" extrusionOk="0">
                  <a:moveTo>
                    <a:pt x="238" y="295"/>
                  </a:moveTo>
                  <a:cubicBezTo>
                    <a:pt x="243" y="291"/>
                    <a:pt x="248" y="287"/>
                    <a:pt x="251" y="281"/>
                  </a:cubicBezTo>
                  <a:cubicBezTo>
                    <a:pt x="254" y="275"/>
                    <a:pt x="256" y="269"/>
                    <a:pt x="256" y="263"/>
                  </a:cubicBezTo>
                  <a:cubicBezTo>
                    <a:pt x="256" y="256"/>
                    <a:pt x="254" y="250"/>
                    <a:pt x="251" y="244"/>
                  </a:cubicBezTo>
                  <a:lnTo>
                    <a:pt x="121" y="18"/>
                  </a:lnTo>
                  <a:lnTo>
                    <a:pt x="121" y="18"/>
                  </a:lnTo>
                  <a:cubicBezTo>
                    <a:pt x="118" y="13"/>
                    <a:pt x="113" y="9"/>
                    <a:pt x="107" y="5"/>
                  </a:cubicBezTo>
                  <a:cubicBezTo>
                    <a:pt x="101" y="2"/>
                    <a:pt x="95" y="0"/>
                    <a:pt x="89" y="0"/>
                  </a:cubicBezTo>
                  <a:lnTo>
                    <a:pt x="89" y="0"/>
                  </a:lnTo>
                  <a:lnTo>
                    <a:pt x="89" y="0"/>
                  </a:lnTo>
                  <a:cubicBezTo>
                    <a:pt x="82" y="0"/>
                    <a:pt x="76" y="1"/>
                    <a:pt x="70" y="5"/>
                  </a:cubicBezTo>
                  <a:lnTo>
                    <a:pt x="70" y="5"/>
                  </a:lnTo>
                  <a:lnTo>
                    <a:pt x="17" y="34"/>
                  </a:lnTo>
                  <a:cubicBezTo>
                    <a:pt x="12" y="38"/>
                    <a:pt x="7" y="42"/>
                    <a:pt x="4" y="48"/>
                  </a:cubicBezTo>
                  <a:cubicBezTo>
                    <a:pt x="2" y="51"/>
                    <a:pt x="1" y="54"/>
                    <a:pt x="0" y="58"/>
                  </a:cubicBezTo>
                  <a:lnTo>
                    <a:pt x="0" y="77"/>
                  </a:lnTo>
                  <a:cubicBezTo>
                    <a:pt x="1" y="80"/>
                    <a:pt x="2" y="83"/>
                    <a:pt x="4" y="85"/>
                  </a:cubicBezTo>
                  <a:lnTo>
                    <a:pt x="134" y="311"/>
                  </a:lnTo>
                  <a:lnTo>
                    <a:pt x="134" y="311"/>
                  </a:lnTo>
                  <a:cubicBezTo>
                    <a:pt x="137" y="316"/>
                    <a:pt x="141" y="321"/>
                    <a:pt x="147" y="324"/>
                  </a:cubicBezTo>
                  <a:cubicBezTo>
                    <a:pt x="152" y="328"/>
                    <a:pt x="159" y="329"/>
                    <a:pt x="166" y="329"/>
                  </a:cubicBezTo>
                  <a:lnTo>
                    <a:pt x="166" y="329"/>
                  </a:lnTo>
                  <a:lnTo>
                    <a:pt x="166" y="329"/>
                  </a:lnTo>
                  <a:cubicBezTo>
                    <a:pt x="173" y="329"/>
                    <a:pt x="179" y="328"/>
                    <a:pt x="184" y="325"/>
                  </a:cubicBezTo>
                  <a:cubicBezTo>
                    <a:pt x="184" y="324"/>
                    <a:pt x="185" y="324"/>
                    <a:pt x="185" y="324"/>
                  </a:cubicBezTo>
                  <a:lnTo>
                    <a:pt x="238" y="295"/>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extLst>
      <p:ext uri="{BB962C8B-B14F-4D97-AF65-F5344CB8AC3E}">
        <p14:creationId xmlns:p14="http://schemas.microsoft.com/office/powerpoint/2010/main" val="2121305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012621" y="2856450"/>
            <a:ext cx="5418154" cy="1626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id-ID"/>
              <a:t>Manfaat </a:t>
            </a:r>
            <a:br>
              <a:rPr lang="id-ID"/>
            </a:br>
            <a:r>
              <a:rPr lang="id-ID"/>
              <a:t>Kutipan</a:t>
            </a:r>
            <a:endParaRP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3</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9" name="Group 8">
            <a:extLst>
              <a:ext uri="{FF2B5EF4-FFF2-40B4-BE49-F238E27FC236}">
                <a16:creationId xmlns:a16="http://schemas.microsoft.com/office/drawing/2014/main" id="{116606C4-23BF-4FBF-8AAC-44194E17F5F6}"/>
              </a:ext>
            </a:extLst>
          </p:cNvPr>
          <p:cNvGrpSpPr/>
          <p:nvPr/>
        </p:nvGrpSpPr>
        <p:grpSpPr>
          <a:xfrm>
            <a:off x="393718" y="1933584"/>
            <a:ext cx="1895893" cy="2141682"/>
            <a:chOff x="393718" y="1933584"/>
            <a:chExt cx="1895893" cy="2141682"/>
          </a:xfrm>
        </p:grpSpPr>
        <p:grpSp>
          <p:nvGrpSpPr>
            <p:cNvPr id="13" name="Google Shape;699;p50">
              <a:extLst>
                <a:ext uri="{FF2B5EF4-FFF2-40B4-BE49-F238E27FC236}">
                  <a16:creationId xmlns:a16="http://schemas.microsoft.com/office/drawing/2014/main" id="{5B8BE89A-1401-4151-B8DA-02A3977A4650}"/>
                </a:ext>
              </a:extLst>
            </p:cNvPr>
            <p:cNvGrpSpPr/>
            <p:nvPr/>
          </p:nvGrpSpPr>
          <p:grpSpPr>
            <a:xfrm>
              <a:off x="393718" y="1977952"/>
              <a:ext cx="873579" cy="944061"/>
              <a:chOff x="7468200" y="1563840"/>
              <a:chExt cx="316800" cy="342360"/>
            </a:xfrm>
          </p:grpSpPr>
          <p:sp>
            <p:nvSpPr>
              <p:cNvPr id="36" name="Google Shape;700;p50">
                <a:extLst>
                  <a:ext uri="{FF2B5EF4-FFF2-40B4-BE49-F238E27FC236}">
                    <a16:creationId xmlns:a16="http://schemas.microsoft.com/office/drawing/2014/main" id="{4C203CB7-A066-4626-BC86-7A83E15F5359}"/>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701;p50">
                <a:extLst>
                  <a:ext uri="{FF2B5EF4-FFF2-40B4-BE49-F238E27FC236}">
                    <a16:creationId xmlns:a16="http://schemas.microsoft.com/office/drawing/2014/main" id="{FF6F243B-BD82-4DBB-B6EA-9A636C1C7ED0}"/>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702;p50">
                <a:extLst>
                  <a:ext uri="{FF2B5EF4-FFF2-40B4-BE49-F238E27FC236}">
                    <a16:creationId xmlns:a16="http://schemas.microsoft.com/office/drawing/2014/main" id="{A3F1E5B9-20C0-4451-8612-4DFDA6654844}"/>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4" name="Google Shape;582;p50">
              <a:extLst>
                <a:ext uri="{FF2B5EF4-FFF2-40B4-BE49-F238E27FC236}">
                  <a16:creationId xmlns:a16="http://schemas.microsoft.com/office/drawing/2014/main" id="{397806BB-4F9C-41E0-A16F-500EFAE5E08C}"/>
                </a:ext>
              </a:extLst>
            </p:cNvPr>
            <p:cNvGrpSpPr/>
            <p:nvPr/>
          </p:nvGrpSpPr>
          <p:grpSpPr>
            <a:xfrm>
              <a:off x="1416032" y="2595193"/>
              <a:ext cx="873579" cy="873579"/>
              <a:chOff x="5981400" y="2658960"/>
              <a:chExt cx="342720" cy="342720"/>
            </a:xfrm>
          </p:grpSpPr>
          <p:sp>
            <p:nvSpPr>
              <p:cNvPr id="33" name="Google Shape;583;p50">
                <a:extLst>
                  <a:ext uri="{FF2B5EF4-FFF2-40B4-BE49-F238E27FC236}">
                    <a16:creationId xmlns:a16="http://schemas.microsoft.com/office/drawing/2014/main" id="{AEA1D5B5-C1C8-4E58-9253-418C0E18065E}"/>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4" name="Google Shape;584;p50">
                <a:extLst>
                  <a:ext uri="{FF2B5EF4-FFF2-40B4-BE49-F238E27FC236}">
                    <a16:creationId xmlns:a16="http://schemas.microsoft.com/office/drawing/2014/main" id="{6E1C3EFC-EF84-4EE3-B429-240CA11C00B4}"/>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5" name="Google Shape;585;p50">
                <a:extLst>
                  <a:ext uri="{FF2B5EF4-FFF2-40B4-BE49-F238E27FC236}">
                    <a16:creationId xmlns:a16="http://schemas.microsoft.com/office/drawing/2014/main" id="{E0656054-0716-4FCB-8F96-63778B19E7DA}"/>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5" name="Google Shape;599;p50">
              <a:extLst>
                <a:ext uri="{FF2B5EF4-FFF2-40B4-BE49-F238E27FC236}">
                  <a16:creationId xmlns:a16="http://schemas.microsoft.com/office/drawing/2014/main" id="{4EBD8AF9-8D1F-4D86-9360-C2227FC2CE1A}"/>
                </a:ext>
              </a:extLst>
            </p:cNvPr>
            <p:cNvGrpSpPr/>
            <p:nvPr/>
          </p:nvGrpSpPr>
          <p:grpSpPr>
            <a:xfrm>
              <a:off x="406623" y="3198922"/>
              <a:ext cx="873579" cy="876344"/>
              <a:chOff x="3016440" y="2658600"/>
              <a:chExt cx="341280" cy="342360"/>
            </a:xfrm>
          </p:grpSpPr>
          <p:sp>
            <p:nvSpPr>
              <p:cNvPr id="29" name="Google Shape;600;p50">
                <a:extLst>
                  <a:ext uri="{FF2B5EF4-FFF2-40B4-BE49-F238E27FC236}">
                    <a16:creationId xmlns:a16="http://schemas.microsoft.com/office/drawing/2014/main" id="{1B368812-5004-4BEE-8A6C-F95DE26AF8B4}"/>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601;p50">
                <a:extLst>
                  <a:ext uri="{FF2B5EF4-FFF2-40B4-BE49-F238E27FC236}">
                    <a16:creationId xmlns:a16="http://schemas.microsoft.com/office/drawing/2014/main" id="{5E510597-8C64-45C4-AEEA-AACD188D1527}"/>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602;p50">
                <a:extLst>
                  <a:ext uri="{FF2B5EF4-FFF2-40B4-BE49-F238E27FC236}">
                    <a16:creationId xmlns:a16="http://schemas.microsoft.com/office/drawing/2014/main" id="{5F1BA4E9-B460-4A4A-A434-AAEF188E77AA}"/>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603;p50">
                <a:extLst>
                  <a:ext uri="{FF2B5EF4-FFF2-40B4-BE49-F238E27FC236}">
                    <a16:creationId xmlns:a16="http://schemas.microsoft.com/office/drawing/2014/main" id="{29D79C2A-5FAF-4FAE-BC5C-D24E3BD0409E}"/>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726;p50">
              <a:extLst>
                <a:ext uri="{FF2B5EF4-FFF2-40B4-BE49-F238E27FC236}">
                  <a16:creationId xmlns:a16="http://schemas.microsoft.com/office/drawing/2014/main" id="{4B780DDB-42EE-40B0-97DC-2B1170F0EBFE}"/>
                </a:ext>
              </a:extLst>
            </p:cNvPr>
            <p:cNvGrpSpPr/>
            <p:nvPr/>
          </p:nvGrpSpPr>
          <p:grpSpPr>
            <a:xfrm>
              <a:off x="1527936" y="1933584"/>
              <a:ext cx="378111" cy="376923"/>
              <a:chOff x="4495680" y="1564200"/>
              <a:chExt cx="343800" cy="342720"/>
            </a:xfrm>
          </p:grpSpPr>
          <p:sp>
            <p:nvSpPr>
              <p:cNvPr id="21" name="Google Shape;727;p50">
                <a:extLst>
                  <a:ext uri="{FF2B5EF4-FFF2-40B4-BE49-F238E27FC236}">
                    <a16:creationId xmlns:a16="http://schemas.microsoft.com/office/drawing/2014/main" id="{0F6D3892-F6A2-48B5-860B-4E8A749049B0}"/>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728;p50">
                <a:extLst>
                  <a:ext uri="{FF2B5EF4-FFF2-40B4-BE49-F238E27FC236}">
                    <a16:creationId xmlns:a16="http://schemas.microsoft.com/office/drawing/2014/main" id="{9D64043E-07BE-489C-8ABF-9A18D5B651D8}"/>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729;p50">
                <a:extLst>
                  <a:ext uri="{FF2B5EF4-FFF2-40B4-BE49-F238E27FC236}">
                    <a16:creationId xmlns:a16="http://schemas.microsoft.com/office/drawing/2014/main" id="{A9877327-CA25-45B7-893E-C81AE712365E}"/>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730;p50">
                <a:extLst>
                  <a:ext uri="{FF2B5EF4-FFF2-40B4-BE49-F238E27FC236}">
                    <a16:creationId xmlns:a16="http://schemas.microsoft.com/office/drawing/2014/main" id="{29899470-C770-4BCE-92E4-DB3C4CB6A41B}"/>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731;p50">
                <a:extLst>
                  <a:ext uri="{FF2B5EF4-FFF2-40B4-BE49-F238E27FC236}">
                    <a16:creationId xmlns:a16="http://schemas.microsoft.com/office/drawing/2014/main" id="{3B2F4F54-DCDC-4BBA-AD4A-546333E073B4}"/>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732;p50">
                <a:extLst>
                  <a:ext uri="{FF2B5EF4-FFF2-40B4-BE49-F238E27FC236}">
                    <a16:creationId xmlns:a16="http://schemas.microsoft.com/office/drawing/2014/main" id="{F45D1F33-11A2-4E41-B3CF-EDC0D9308298}"/>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33;p50">
                <a:extLst>
                  <a:ext uri="{FF2B5EF4-FFF2-40B4-BE49-F238E27FC236}">
                    <a16:creationId xmlns:a16="http://schemas.microsoft.com/office/drawing/2014/main" id="{671DFA8E-E872-4E02-B2C9-3B1DAEAEA432}"/>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34;p50">
                <a:extLst>
                  <a:ext uri="{FF2B5EF4-FFF2-40B4-BE49-F238E27FC236}">
                    <a16:creationId xmlns:a16="http://schemas.microsoft.com/office/drawing/2014/main" id="{3C96D35C-E357-479C-83DC-7A7C58AEF94D}"/>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7" name="Google Shape;565;p50">
              <a:extLst>
                <a:ext uri="{FF2B5EF4-FFF2-40B4-BE49-F238E27FC236}">
                  <a16:creationId xmlns:a16="http://schemas.microsoft.com/office/drawing/2014/main" id="{7CD32CC4-7E2C-42ED-A7D1-6A2885A690E8}"/>
                </a:ext>
              </a:extLst>
            </p:cNvPr>
            <p:cNvGrpSpPr/>
            <p:nvPr/>
          </p:nvGrpSpPr>
          <p:grpSpPr>
            <a:xfrm>
              <a:off x="1527936" y="3669750"/>
              <a:ext cx="281505" cy="376132"/>
              <a:chOff x="8238240" y="2658960"/>
              <a:chExt cx="255960" cy="342000"/>
            </a:xfrm>
          </p:grpSpPr>
          <p:sp>
            <p:nvSpPr>
              <p:cNvPr id="18" name="Google Shape;566;p50">
                <a:extLst>
                  <a:ext uri="{FF2B5EF4-FFF2-40B4-BE49-F238E27FC236}">
                    <a16:creationId xmlns:a16="http://schemas.microsoft.com/office/drawing/2014/main" id="{96BDCF1B-FAF3-4ECE-969D-4383F836A13B}"/>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67;p50">
                <a:extLst>
                  <a:ext uri="{FF2B5EF4-FFF2-40B4-BE49-F238E27FC236}">
                    <a16:creationId xmlns:a16="http://schemas.microsoft.com/office/drawing/2014/main" id="{D17BA05A-5944-4AB4-B0B8-5BA13CA39628}"/>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568;p50">
                <a:extLst>
                  <a:ext uri="{FF2B5EF4-FFF2-40B4-BE49-F238E27FC236}">
                    <a16:creationId xmlns:a16="http://schemas.microsoft.com/office/drawing/2014/main" id="{AB09D62E-70ED-4165-8206-535D6F036DEF}"/>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3343926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124715"/>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90" y="406533"/>
            <a:ext cx="4276540"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254649"/>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408275"/>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29" y="385981"/>
            <a:ext cx="2703849"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Manfaat Kutipan</a:t>
            </a:r>
            <a:endParaRPr sz="2200"/>
          </a:p>
        </p:txBody>
      </p:sp>
      <p:sp>
        <p:nvSpPr>
          <p:cNvPr id="43" name="Google Shape;173;p32">
            <a:extLst>
              <a:ext uri="{FF2B5EF4-FFF2-40B4-BE49-F238E27FC236}">
                <a16:creationId xmlns:a16="http://schemas.microsoft.com/office/drawing/2014/main" id="{8EE6123B-95A7-4203-8C62-24E8CE36A3CB}"/>
              </a:ext>
            </a:extLst>
          </p:cNvPr>
          <p:cNvSpPr/>
          <p:nvPr/>
        </p:nvSpPr>
        <p:spPr>
          <a:xfrm>
            <a:off x="758100" y="2252838"/>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E03E6B6B-9CF7-4169-93EF-22A8520BF1A0}"/>
              </a:ext>
            </a:extLst>
          </p:cNvPr>
          <p:cNvSpPr/>
          <p:nvPr/>
        </p:nvSpPr>
        <p:spPr>
          <a:xfrm>
            <a:off x="758100" y="1663499"/>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D3FCFC3-8428-4078-9040-92361FD4C9D0}"/>
              </a:ext>
            </a:extLst>
          </p:cNvPr>
          <p:cNvSpPr txBox="1">
            <a:spLocks/>
          </p:cNvSpPr>
          <p:nvPr/>
        </p:nvSpPr>
        <p:spPr>
          <a:xfrm>
            <a:off x="1320800" y="1064083"/>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id-ID" sz="1500">
                <a:solidFill>
                  <a:schemeClr val="tx1"/>
                </a:solidFill>
                <a:latin typeface="Lato" panose="020F0502020204030203" pitchFamily="34" charset="0"/>
                <a:ea typeface="Lato" panose="020F0502020204030203" pitchFamily="34" charset="0"/>
                <a:cs typeface="Lato" panose="020F0502020204030203" pitchFamily="34" charset="0"/>
              </a:rPr>
              <a:t>Menunjukkan kualitas ilmiah yang lebih tinggi.</a:t>
            </a:r>
          </a:p>
        </p:txBody>
      </p:sp>
      <p:sp>
        <p:nvSpPr>
          <p:cNvPr id="46" name="Google Shape;173;p32">
            <a:extLst>
              <a:ext uri="{FF2B5EF4-FFF2-40B4-BE49-F238E27FC236}">
                <a16:creationId xmlns:a16="http://schemas.microsoft.com/office/drawing/2014/main" id="{2E6D4731-B1EF-4449-B890-36786E236DD3}"/>
              </a:ext>
            </a:extLst>
          </p:cNvPr>
          <p:cNvSpPr/>
          <p:nvPr/>
        </p:nvSpPr>
        <p:spPr>
          <a:xfrm>
            <a:off x="758100" y="1074160"/>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174;p32">
            <a:extLst>
              <a:ext uri="{FF2B5EF4-FFF2-40B4-BE49-F238E27FC236}">
                <a16:creationId xmlns:a16="http://schemas.microsoft.com/office/drawing/2014/main" id="{82403CA0-C924-474A-B711-CB9C60CE8D50}"/>
              </a:ext>
            </a:extLst>
          </p:cNvPr>
          <p:cNvSpPr/>
          <p:nvPr/>
        </p:nvSpPr>
        <p:spPr>
          <a:xfrm>
            <a:off x="758100" y="2846914"/>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186;p32">
            <a:extLst>
              <a:ext uri="{FF2B5EF4-FFF2-40B4-BE49-F238E27FC236}">
                <a16:creationId xmlns:a16="http://schemas.microsoft.com/office/drawing/2014/main" id="{CB641B32-58C7-48DC-8CF0-AEDB3D95DCB2}"/>
              </a:ext>
            </a:extLst>
          </p:cNvPr>
          <p:cNvSpPr txBox="1">
            <a:spLocks/>
          </p:cNvSpPr>
          <p:nvPr/>
        </p:nvSpPr>
        <p:spPr>
          <a:xfrm>
            <a:off x="1337732" y="1659861"/>
            <a:ext cx="5156201"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Menunjukkan kecermatan dan keakuratan yang lebih baik.</a:t>
            </a:r>
          </a:p>
        </p:txBody>
      </p:sp>
      <p:sp>
        <p:nvSpPr>
          <p:cNvPr id="49" name="Google Shape;186;p32">
            <a:extLst>
              <a:ext uri="{FF2B5EF4-FFF2-40B4-BE49-F238E27FC236}">
                <a16:creationId xmlns:a16="http://schemas.microsoft.com/office/drawing/2014/main" id="{D13588A9-779D-4E27-83B9-CCCC45A9BF4F}"/>
              </a:ext>
            </a:extLst>
          </p:cNvPr>
          <p:cNvSpPr txBox="1">
            <a:spLocks/>
          </p:cNvSpPr>
          <p:nvPr/>
        </p:nvSpPr>
        <p:spPr>
          <a:xfrm>
            <a:off x="1354394" y="2233057"/>
            <a:ext cx="5854928" cy="438951"/>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Memudahkan dalam melakukan penilaian penggunaan sumber data.</a:t>
            </a:r>
          </a:p>
        </p:txBody>
      </p:sp>
      <p:sp>
        <p:nvSpPr>
          <p:cNvPr id="50" name="Google Shape;186;p32">
            <a:extLst>
              <a:ext uri="{FF2B5EF4-FFF2-40B4-BE49-F238E27FC236}">
                <a16:creationId xmlns:a16="http://schemas.microsoft.com/office/drawing/2014/main" id="{BA391490-01E8-412F-A12E-520FB3BF6776}"/>
              </a:ext>
            </a:extLst>
          </p:cNvPr>
          <p:cNvSpPr txBox="1">
            <a:spLocks/>
          </p:cNvSpPr>
          <p:nvPr/>
        </p:nvSpPr>
        <p:spPr>
          <a:xfrm>
            <a:off x="1371328" y="2839244"/>
            <a:ext cx="6867897" cy="42362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Memudahkan dalam membedakan data pustaka dan ketergantungan tambahan.</a:t>
            </a:r>
          </a:p>
        </p:txBody>
      </p:sp>
      <p:sp>
        <p:nvSpPr>
          <p:cNvPr id="51" name="Google Shape;186;p32">
            <a:extLst>
              <a:ext uri="{FF2B5EF4-FFF2-40B4-BE49-F238E27FC236}">
                <a16:creationId xmlns:a16="http://schemas.microsoft.com/office/drawing/2014/main" id="{6DAB24F7-1CFC-4618-AE8B-C8A04B95774C}"/>
              </a:ext>
            </a:extLst>
          </p:cNvPr>
          <p:cNvSpPr txBox="1">
            <a:spLocks/>
          </p:cNvSpPr>
          <p:nvPr/>
        </p:nvSpPr>
        <p:spPr>
          <a:xfrm>
            <a:off x="758100" y="1054998"/>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2" name="Google Shape;186;p32">
            <a:extLst>
              <a:ext uri="{FF2B5EF4-FFF2-40B4-BE49-F238E27FC236}">
                <a16:creationId xmlns:a16="http://schemas.microsoft.com/office/drawing/2014/main" id="{829C57A0-0DA1-4C8F-AC9A-5F09F64D6E18}"/>
              </a:ext>
            </a:extLst>
          </p:cNvPr>
          <p:cNvSpPr txBox="1">
            <a:spLocks/>
          </p:cNvSpPr>
          <p:nvPr/>
        </p:nvSpPr>
        <p:spPr>
          <a:xfrm>
            <a:off x="738597" y="1645848"/>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3" name="Google Shape;186;p32">
            <a:extLst>
              <a:ext uri="{FF2B5EF4-FFF2-40B4-BE49-F238E27FC236}">
                <a16:creationId xmlns:a16="http://schemas.microsoft.com/office/drawing/2014/main" id="{A69EC357-5253-4F9C-A581-9DAA65C4F16E}"/>
              </a:ext>
            </a:extLst>
          </p:cNvPr>
          <p:cNvSpPr txBox="1">
            <a:spLocks/>
          </p:cNvSpPr>
          <p:nvPr/>
        </p:nvSpPr>
        <p:spPr>
          <a:xfrm>
            <a:off x="741772" y="2237022"/>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4" name="Google Shape;186;p32">
            <a:extLst>
              <a:ext uri="{FF2B5EF4-FFF2-40B4-BE49-F238E27FC236}">
                <a16:creationId xmlns:a16="http://schemas.microsoft.com/office/drawing/2014/main" id="{64C4892D-D5DC-4DA0-AFF5-0A7819F446B3}"/>
              </a:ext>
            </a:extLst>
          </p:cNvPr>
          <p:cNvSpPr txBox="1">
            <a:spLocks/>
          </p:cNvSpPr>
          <p:nvPr/>
        </p:nvSpPr>
        <p:spPr>
          <a:xfrm>
            <a:off x="733608" y="2824970"/>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sp>
        <p:nvSpPr>
          <p:cNvPr id="31" name="Google Shape;173;p32">
            <a:extLst>
              <a:ext uri="{FF2B5EF4-FFF2-40B4-BE49-F238E27FC236}">
                <a16:creationId xmlns:a16="http://schemas.microsoft.com/office/drawing/2014/main" id="{248DFD95-03B5-4228-9138-B733721CD423}"/>
              </a:ext>
            </a:extLst>
          </p:cNvPr>
          <p:cNvSpPr/>
          <p:nvPr/>
        </p:nvSpPr>
        <p:spPr>
          <a:xfrm>
            <a:off x="758100" y="343634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 name="Google Shape;174;p32">
            <a:extLst>
              <a:ext uri="{FF2B5EF4-FFF2-40B4-BE49-F238E27FC236}">
                <a16:creationId xmlns:a16="http://schemas.microsoft.com/office/drawing/2014/main" id="{711146E2-B335-4634-B17C-28A91E254353}"/>
              </a:ext>
            </a:extLst>
          </p:cNvPr>
          <p:cNvSpPr/>
          <p:nvPr/>
        </p:nvSpPr>
        <p:spPr>
          <a:xfrm>
            <a:off x="758100" y="403042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 name="Google Shape;186;p32">
            <a:extLst>
              <a:ext uri="{FF2B5EF4-FFF2-40B4-BE49-F238E27FC236}">
                <a16:creationId xmlns:a16="http://schemas.microsoft.com/office/drawing/2014/main" id="{9DF0ACEC-C81C-436D-902E-DE92D7DD5A00}"/>
              </a:ext>
            </a:extLst>
          </p:cNvPr>
          <p:cNvSpPr txBox="1">
            <a:spLocks/>
          </p:cNvSpPr>
          <p:nvPr/>
        </p:nvSpPr>
        <p:spPr>
          <a:xfrm>
            <a:off x="1354394" y="3427569"/>
            <a:ext cx="4661395"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fi-FI" sz="1500">
                <a:latin typeface="Lato" panose="020F0502020204030203" pitchFamily="34" charset="0"/>
                <a:ea typeface="Lato" panose="020F0502020204030203" pitchFamily="34" charset="0"/>
                <a:cs typeface="Lato" panose="020F0502020204030203" pitchFamily="34" charset="0"/>
              </a:rPr>
              <a:t>Meminimalisasi pengulangan penulisan data pustaka.</a:t>
            </a:r>
            <a:endParaRPr lang="id-ID" sz="1500">
              <a:latin typeface="Lato" panose="020F0502020204030203" pitchFamily="34" charset="0"/>
              <a:ea typeface="Lato" panose="020F0502020204030203" pitchFamily="34" charset="0"/>
              <a:cs typeface="Lato" panose="020F0502020204030203" pitchFamily="34" charset="0"/>
            </a:endParaRPr>
          </a:p>
        </p:txBody>
      </p:sp>
      <p:sp>
        <p:nvSpPr>
          <p:cNvPr id="34" name="Google Shape;186;p32">
            <a:extLst>
              <a:ext uri="{FF2B5EF4-FFF2-40B4-BE49-F238E27FC236}">
                <a16:creationId xmlns:a16="http://schemas.microsoft.com/office/drawing/2014/main" id="{1E08992E-B2F5-4EDB-9398-267C9B20216C}"/>
              </a:ext>
            </a:extLst>
          </p:cNvPr>
          <p:cNvSpPr txBox="1">
            <a:spLocks/>
          </p:cNvSpPr>
          <p:nvPr/>
        </p:nvSpPr>
        <p:spPr>
          <a:xfrm>
            <a:off x="1371328" y="4022753"/>
            <a:ext cx="3672310" cy="42362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Meningkatkan keindahan dalam tulisan.</a:t>
            </a:r>
          </a:p>
        </p:txBody>
      </p:sp>
      <p:sp>
        <p:nvSpPr>
          <p:cNvPr id="35" name="Google Shape;186;p32">
            <a:extLst>
              <a:ext uri="{FF2B5EF4-FFF2-40B4-BE49-F238E27FC236}">
                <a16:creationId xmlns:a16="http://schemas.microsoft.com/office/drawing/2014/main" id="{9732FA3B-EBB7-4DA3-B045-3C11F01880ED}"/>
              </a:ext>
            </a:extLst>
          </p:cNvPr>
          <p:cNvSpPr txBox="1">
            <a:spLocks/>
          </p:cNvSpPr>
          <p:nvPr/>
        </p:nvSpPr>
        <p:spPr>
          <a:xfrm>
            <a:off x="741772" y="3420531"/>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05</a:t>
            </a:r>
          </a:p>
        </p:txBody>
      </p:sp>
      <p:sp>
        <p:nvSpPr>
          <p:cNvPr id="36" name="Google Shape;186;p32">
            <a:extLst>
              <a:ext uri="{FF2B5EF4-FFF2-40B4-BE49-F238E27FC236}">
                <a16:creationId xmlns:a16="http://schemas.microsoft.com/office/drawing/2014/main" id="{686DE44D-7309-4988-9491-294FE70F9F53}"/>
              </a:ext>
            </a:extLst>
          </p:cNvPr>
          <p:cNvSpPr txBox="1">
            <a:spLocks/>
          </p:cNvSpPr>
          <p:nvPr/>
        </p:nvSpPr>
        <p:spPr>
          <a:xfrm>
            <a:off x="733608" y="4008479"/>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06</a:t>
            </a:r>
          </a:p>
        </p:txBody>
      </p:sp>
      <p:sp>
        <p:nvSpPr>
          <p:cNvPr id="37" name="Google Shape;174;p32">
            <a:extLst>
              <a:ext uri="{FF2B5EF4-FFF2-40B4-BE49-F238E27FC236}">
                <a16:creationId xmlns:a16="http://schemas.microsoft.com/office/drawing/2014/main" id="{38E35FC6-8CD8-40C2-9A60-B0CFF5BF8D31}"/>
              </a:ext>
            </a:extLst>
          </p:cNvPr>
          <p:cNvSpPr/>
          <p:nvPr/>
        </p:nvSpPr>
        <p:spPr>
          <a:xfrm>
            <a:off x="758100" y="4610935"/>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186;p32">
            <a:extLst>
              <a:ext uri="{FF2B5EF4-FFF2-40B4-BE49-F238E27FC236}">
                <a16:creationId xmlns:a16="http://schemas.microsoft.com/office/drawing/2014/main" id="{C91DD879-EE79-40E7-B515-9BF65B55232B}"/>
              </a:ext>
            </a:extLst>
          </p:cNvPr>
          <p:cNvSpPr txBox="1">
            <a:spLocks/>
          </p:cNvSpPr>
          <p:nvPr/>
        </p:nvSpPr>
        <p:spPr>
          <a:xfrm>
            <a:off x="1371328" y="4507015"/>
            <a:ext cx="7273138" cy="42362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nn-NO" sz="1500">
                <a:latin typeface="Lato" panose="020F0502020204030203" pitchFamily="34" charset="0"/>
                <a:ea typeface="Lato" panose="020F0502020204030203" pitchFamily="34" charset="0"/>
                <a:cs typeface="Lato" panose="020F0502020204030203" pitchFamily="34" charset="0"/>
              </a:rPr>
              <a:t>Memudahkan peninjauan kembali terkait menggunakan referensi dan memudahkan penyuntingan naskah yang terkait dengan data pustaka.</a:t>
            </a:r>
            <a:endParaRPr lang="id-ID" sz="1500">
              <a:latin typeface="Lato" panose="020F0502020204030203" pitchFamily="34" charset="0"/>
              <a:ea typeface="Lato" panose="020F0502020204030203" pitchFamily="34" charset="0"/>
              <a:cs typeface="Lato" panose="020F0502020204030203" pitchFamily="34" charset="0"/>
            </a:endParaRPr>
          </a:p>
        </p:txBody>
      </p:sp>
      <p:sp>
        <p:nvSpPr>
          <p:cNvPr id="42" name="Google Shape;186;p32">
            <a:extLst>
              <a:ext uri="{FF2B5EF4-FFF2-40B4-BE49-F238E27FC236}">
                <a16:creationId xmlns:a16="http://schemas.microsoft.com/office/drawing/2014/main" id="{07F332A5-1036-4860-8C00-DD4217A9DE7F}"/>
              </a:ext>
            </a:extLst>
          </p:cNvPr>
          <p:cNvSpPr txBox="1">
            <a:spLocks/>
          </p:cNvSpPr>
          <p:nvPr/>
        </p:nvSpPr>
        <p:spPr>
          <a:xfrm>
            <a:off x="733608" y="4588991"/>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07</a:t>
            </a:r>
          </a:p>
        </p:txBody>
      </p:sp>
    </p:spTree>
    <p:extLst>
      <p:ext uri="{BB962C8B-B14F-4D97-AF65-F5344CB8AC3E}">
        <p14:creationId xmlns:p14="http://schemas.microsoft.com/office/powerpoint/2010/main" val="4252761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012621" y="2856450"/>
            <a:ext cx="5418154" cy="1626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id-ID"/>
              <a:t>Definisi </a:t>
            </a:r>
            <a:r>
              <a:rPr lang="en"/>
              <a:t>K</a:t>
            </a:r>
            <a:r>
              <a:rPr lang="id-ID"/>
              <a:t>utipan Langsung &amp; Tidak Langsung</a:t>
            </a:r>
            <a:endParaRP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4</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9" name="Group 8">
            <a:extLst>
              <a:ext uri="{FF2B5EF4-FFF2-40B4-BE49-F238E27FC236}">
                <a16:creationId xmlns:a16="http://schemas.microsoft.com/office/drawing/2014/main" id="{116606C4-23BF-4FBF-8AAC-44194E17F5F6}"/>
              </a:ext>
            </a:extLst>
          </p:cNvPr>
          <p:cNvGrpSpPr/>
          <p:nvPr/>
        </p:nvGrpSpPr>
        <p:grpSpPr>
          <a:xfrm>
            <a:off x="393718" y="1933584"/>
            <a:ext cx="1895893" cy="2141682"/>
            <a:chOff x="393718" y="1933584"/>
            <a:chExt cx="1895893" cy="2141682"/>
          </a:xfrm>
        </p:grpSpPr>
        <p:grpSp>
          <p:nvGrpSpPr>
            <p:cNvPr id="13" name="Google Shape;699;p50">
              <a:extLst>
                <a:ext uri="{FF2B5EF4-FFF2-40B4-BE49-F238E27FC236}">
                  <a16:creationId xmlns:a16="http://schemas.microsoft.com/office/drawing/2014/main" id="{5B8BE89A-1401-4151-B8DA-02A3977A4650}"/>
                </a:ext>
              </a:extLst>
            </p:cNvPr>
            <p:cNvGrpSpPr/>
            <p:nvPr/>
          </p:nvGrpSpPr>
          <p:grpSpPr>
            <a:xfrm>
              <a:off x="393718" y="1977952"/>
              <a:ext cx="873579" cy="944061"/>
              <a:chOff x="7468200" y="1563840"/>
              <a:chExt cx="316800" cy="342360"/>
            </a:xfrm>
          </p:grpSpPr>
          <p:sp>
            <p:nvSpPr>
              <p:cNvPr id="36" name="Google Shape;700;p50">
                <a:extLst>
                  <a:ext uri="{FF2B5EF4-FFF2-40B4-BE49-F238E27FC236}">
                    <a16:creationId xmlns:a16="http://schemas.microsoft.com/office/drawing/2014/main" id="{4C203CB7-A066-4626-BC86-7A83E15F5359}"/>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701;p50">
                <a:extLst>
                  <a:ext uri="{FF2B5EF4-FFF2-40B4-BE49-F238E27FC236}">
                    <a16:creationId xmlns:a16="http://schemas.microsoft.com/office/drawing/2014/main" id="{FF6F243B-BD82-4DBB-B6EA-9A636C1C7ED0}"/>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702;p50">
                <a:extLst>
                  <a:ext uri="{FF2B5EF4-FFF2-40B4-BE49-F238E27FC236}">
                    <a16:creationId xmlns:a16="http://schemas.microsoft.com/office/drawing/2014/main" id="{A3F1E5B9-20C0-4451-8612-4DFDA6654844}"/>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4" name="Google Shape;582;p50">
              <a:extLst>
                <a:ext uri="{FF2B5EF4-FFF2-40B4-BE49-F238E27FC236}">
                  <a16:creationId xmlns:a16="http://schemas.microsoft.com/office/drawing/2014/main" id="{397806BB-4F9C-41E0-A16F-500EFAE5E08C}"/>
                </a:ext>
              </a:extLst>
            </p:cNvPr>
            <p:cNvGrpSpPr/>
            <p:nvPr/>
          </p:nvGrpSpPr>
          <p:grpSpPr>
            <a:xfrm>
              <a:off x="1416032" y="2595193"/>
              <a:ext cx="873579" cy="873579"/>
              <a:chOff x="5981400" y="2658960"/>
              <a:chExt cx="342720" cy="342720"/>
            </a:xfrm>
          </p:grpSpPr>
          <p:sp>
            <p:nvSpPr>
              <p:cNvPr id="33" name="Google Shape;583;p50">
                <a:extLst>
                  <a:ext uri="{FF2B5EF4-FFF2-40B4-BE49-F238E27FC236}">
                    <a16:creationId xmlns:a16="http://schemas.microsoft.com/office/drawing/2014/main" id="{AEA1D5B5-C1C8-4E58-9253-418C0E18065E}"/>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4" name="Google Shape;584;p50">
                <a:extLst>
                  <a:ext uri="{FF2B5EF4-FFF2-40B4-BE49-F238E27FC236}">
                    <a16:creationId xmlns:a16="http://schemas.microsoft.com/office/drawing/2014/main" id="{6E1C3EFC-EF84-4EE3-B429-240CA11C00B4}"/>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5" name="Google Shape;585;p50">
                <a:extLst>
                  <a:ext uri="{FF2B5EF4-FFF2-40B4-BE49-F238E27FC236}">
                    <a16:creationId xmlns:a16="http://schemas.microsoft.com/office/drawing/2014/main" id="{E0656054-0716-4FCB-8F96-63778B19E7DA}"/>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5" name="Google Shape;599;p50">
              <a:extLst>
                <a:ext uri="{FF2B5EF4-FFF2-40B4-BE49-F238E27FC236}">
                  <a16:creationId xmlns:a16="http://schemas.microsoft.com/office/drawing/2014/main" id="{4EBD8AF9-8D1F-4D86-9360-C2227FC2CE1A}"/>
                </a:ext>
              </a:extLst>
            </p:cNvPr>
            <p:cNvGrpSpPr/>
            <p:nvPr/>
          </p:nvGrpSpPr>
          <p:grpSpPr>
            <a:xfrm>
              <a:off x="406623" y="3198922"/>
              <a:ext cx="873579" cy="876344"/>
              <a:chOff x="3016440" y="2658600"/>
              <a:chExt cx="341280" cy="342360"/>
            </a:xfrm>
          </p:grpSpPr>
          <p:sp>
            <p:nvSpPr>
              <p:cNvPr id="29" name="Google Shape;600;p50">
                <a:extLst>
                  <a:ext uri="{FF2B5EF4-FFF2-40B4-BE49-F238E27FC236}">
                    <a16:creationId xmlns:a16="http://schemas.microsoft.com/office/drawing/2014/main" id="{1B368812-5004-4BEE-8A6C-F95DE26AF8B4}"/>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601;p50">
                <a:extLst>
                  <a:ext uri="{FF2B5EF4-FFF2-40B4-BE49-F238E27FC236}">
                    <a16:creationId xmlns:a16="http://schemas.microsoft.com/office/drawing/2014/main" id="{5E510597-8C64-45C4-AEEA-AACD188D1527}"/>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602;p50">
                <a:extLst>
                  <a:ext uri="{FF2B5EF4-FFF2-40B4-BE49-F238E27FC236}">
                    <a16:creationId xmlns:a16="http://schemas.microsoft.com/office/drawing/2014/main" id="{5F1BA4E9-B460-4A4A-A434-AAEF188E77AA}"/>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603;p50">
                <a:extLst>
                  <a:ext uri="{FF2B5EF4-FFF2-40B4-BE49-F238E27FC236}">
                    <a16:creationId xmlns:a16="http://schemas.microsoft.com/office/drawing/2014/main" id="{29D79C2A-5FAF-4FAE-BC5C-D24E3BD0409E}"/>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726;p50">
              <a:extLst>
                <a:ext uri="{FF2B5EF4-FFF2-40B4-BE49-F238E27FC236}">
                  <a16:creationId xmlns:a16="http://schemas.microsoft.com/office/drawing/2014/main" id="{4B780DDB-42EE-40B0-97DC-2B1170F0EBFE}"/>
                </a:ext>
              </a:extLst>
            </p:cNvPr>
            <p:cNvGrpSpPr/>
            <p:nvPr/>
          </p:nvGrpSpPr>
          <p:grpSpPr>
            <a:xfrm>
              <a:off x="1527936" y="1933584"/>
              <a:ext cx="378111" cy="376923"/>
              <a:chOff x="4495680" y="1564200"/>
              <a:chExt cx="343800" cy="342720"/>
            </a:xfrm>
          </p:grpSpPr>
          <p:sp>
            <p:nvSpPr>
              <p:cNvPr id="21" name="Google Shape;727;p50">
                <a:extLst>
                  <a:ext uri="{FF2B5EF4-FFF2-40B4-BE49-F238E27FC236}">
                    <a16:creationId xmlns:a16="http://schemas.microsoft.com/office/drawing/2014/main" id="{0F6D3892-F6A2-48B5-860B-4E8A749049B0}"/>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728;p50">
                <a:extLst>
                  <a:ext uri="{FF2B5EF4-FFF2-40B4-BE49-F238E27FC236}">
                    <a16:creationId xmlns:a16="http://schemas.microsoft.com/office/drawing/2014/main" id="{9D64043E-07BE-489C-8ABF-9A18D5B651D8}"/>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729;p50">
                <a:extLst>
                  <a:ext uri="{FF2B5EF4-FFF2-40B4-BE49-F238E27FC236}">
                    <a16:creationId xmlns:a16="http://schemas.microsoft.com/office/drawing/2014/main" id="{A9877327-CA25-45B7-893E-C81AE712365E}"/>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730;p50">
                <a:extLst>
                  <a:ext uri="{FF2B5EF4-FFF2-40B4-BE49-F238E27FC236}">
                    <a16:creationId xmlns:a16="http://schemas.microsoft.com/office/drawing/2014/main" id="{29899470-C770-4BCE-92E4-DB3C4CB6A41B}"/>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731;p50">
                <a:extLst>
                  <a:ext uri="{FF2B5EF4-FFF2-40B4-BE49-F238E27FC236}">
                    <a16:creationId xmlns:a16="http://schemas.microsoft.com/office/drawing/2014/main" id="{3B2F4F54-DCDC-4BBA-AD4A-546333E073B4}"/>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732;p50">
                <a:extLst>
                  <a:ext uri="{FF2B5EF4-FFF2-40B4-BE49-F238E27FC236}">
                    <a16:creationId xmlns:a16="http://schemas.microsoft.com/office/drawing/2014/main" id="{F45D1F33-11A2-4E41-B3CF-EDC0D9308298}"/>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33;p50">
                <a:extLst>
                  <a:ext uri="{FF2B5EF4-FFF2-40B4-BE49-F238E27FC236}">
                    <a16:creationId xmlns:a16="http://schemas.microsoft.com/office/drawing/2014/main" id="{671DFA8E-E872-4E02-B2C9-3B1DAEAEA432}"/>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34;p50">
                <a:extLst>
                  <a:ext uri="{FF2B5EF4-FFF2-40B4-BE49-F238E27FC236}">
                    <a16:creationId xmlns:a16="http://schemas.microsoft.com/office/drawing/2014/main" id="{3C96D35C-E357-479C-83DC-7A7C58AEF94D}"/>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7" name="Google Shape;565;p50">
              <a:extLst>
                <a:ext uri="{FF2B5EF4-FFF2-40B4-BE49-F238E27FC236}">
                  <a16:creationId xmlns:a16="http://schemas.microsoft.com/office/drawing/2014/main" id="{7CD32CC4-7E2C-42ED-A7D1-6A2885A690E8}"/>
                </a:ext>
              </a:extLst>
            </p:cNvPr>
            <p:cNvGrpSpPr/>
            <p:nvPr/>
          </p:nvGrpSpPr>
          <p:grpSpPr>
            <a:xfrm>
              <a:off x="1527936" y="3669750"/>
              <a:ext cx="281505" cy="376132"/>
              <a:chOff x="8238240" y="2658960"/>
              <a:chExt cx="255960" cy="342000"/>
            </a:xfrm>
          </p:grpSpPr>
          <p:sp>
            <p:nvSpPr>
              <p:cNvPr id="18" name="Google Shape;566;p50">
                <a:extLst>
                  <a:ext uri="{FF2B5EF4-FFF2-40B4-BE49-F238E27FC236}">
                    <a16:creationId xmlns:a16="http://schemas.microsoft.com/office/drawing/2014/main" id="{96BDCF1B-FAF3-4ECE-969D-4383F836A13B}"/>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67;p50">
                <a:extLst>
                  <a:ext uri="{FF2B5EF4-FFF2-40B4-BE49-F238E27FC236}">
                    <a16:creationId xmlns:a16="http://schemas.microsoft.com/office/drawing/2014/main" id="{D17BA05A-5944-4AB4-B0B8-5BA13CA39628}"/>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568;p50">
                <a:extLst>
                  <a:ext uri="{FF2B5EF4-FFF2-40B4-BE49-F238E27FC236}">
                    <a16:creationId xmlns:a16="http://schemas.microsoft.com/office/drawing/2014/main" id="{AB09D62E-70ED-4165-8206-535D6F036DEF}"/>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1733743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grpSp>
        <p:nvGrpSpPr>
          <p:cNvPr id="28" name="Google Shape;1086;p57">
            <a:extLst>
              <a:ext uri="{FF2B5EF4-FFF2-40B4-BE49-F238E27FC236}">
                <a16:creationId xmlns:a16="http://schemas.microsoft.com/office/drawing/2014/main" id="{5E95C0E0-08F5-442B-BAC7-BB12F1AD656C}"/>
              </a:ext>
            </a:extLst>
          </p:cNvPr>
          <p:cNvGrpSpPr/>
          <p:nvPr/>
        </p:nvGrpSpPr>
        <p:grpSpPr>
          <a:xfrm>
            <a:off x="418087" y="795425"/>
            <a:ext cx="2827989"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29" name="Google Shape;1087;p57">
              <a:extLst>
                <a:ext uri="{FF2B5EF4-FFF2-40B4-BE49-F238E27FC236}">
                  <a16:creationId xmlns:a16="http://schemas.microsoft.com/office/drawing/2014/main" id="{0AB13032-1DC1-4B73-8115-1B6927BC3BAD}"/>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88;p57">
              <a:extLst>
                <a:ext uri="{FF2B5EF4-FFF2-40B4-BE49-F238E27FC236}">
                  <a16:creationId xmlns:a16="http://schemas.microsoft.com/office/drawing/2014/main" id="{4D618FA3-35B8-4724-A86F-5A4EAA51330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89;p57">
              <a:extLst>
                <a:ext uri="{FF2B5EF4-FFF2-40B4-BE49-F238E27FC236}">
                  <a16:creationId xmlns:a16="http://schemas.microsoft.com/office/drawing/2014/main" id="{7CFB9F2A-AFCE-44FA-A561-39D944B1DCBE}"/>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90;p57">
              <a:extLst>
                <a:ext uri="{FF2B5EF4-FFF2-40B4-BE49-F238E27FC236}">
                  <a16:creationId xmlns:a16="http://schemas.microsoft.com/office/drawing/2014/main" id="{82BC85DD-EEFB-44FD-BBA0-F1D29117DDFE}"/>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35"/>
          <p:cNvSpPr txBox="1">
            <a:spLocks noGrp="1"/>
          </p:cNvSpPr>
          <p:nvPr>
            <p:ph type="subTitle" idx="4"/>
          </p:nvPr>
        </p:nvSpPr>
        <p:spPr>
          <a:xfrm>
            <a:off x="759389" y="2122907"/>
            <a:ext cx="2887500" cy="5277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id-ID"/>
              <a:t>Definisi Kutipan Langsung</a:t>
            </a:r>
            <a:endParaRPr/>
          </a:p>
        </p:txBody>
      </p:sp>
      <p:sp>
        <p:nvSpPr>
          <p:cNvPr id="211" name="Google Shape;211;p35"/>
          <p:cNvSpPr txBox="1">
            <a:spLocks noGrp="1"/>
          </p:cNvSpPr>
          <p:nvPr>
            <p:ph type="title"/>
          </p:nvPr>
        </p:nvSpPr>
        <p:spPr>
          <a:xfrm>
            <a:off x="777153" y="763430"/>
            <a:ext cx="1345561" cy="59760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sz="2200"/>
              <a:t>D</a:t>
            </a:r>
            <a:r>
              <a:rPr lang="id-ID" sz="2200"/>
              <a:t>efinisi</a:t>
            </a:r>
            <a:endParaRPr sz="2200"/>
          </a:p>
        </p:txBody>
      </p:sp>
      <p:sp>
        <p:nvSpPr>
          <p:cNvPr id="212" name="Google Shape;212;p35"/>
          <p:cNvSpPr txBox="1">
            <a:spLocks noGrp="1"/>
          </p:cNvSpPr>
          <p:nvPr>
            <p:ph type="subTitle" idx="1"/>
          </p:nvPr>
        </p:nvSpPr>
        <p:spPr>
          <a:xfrm>
            <a:off x="595993" y="2718707"/>
            <a:ext cx="3714742" cy="963188"/>
          </a:xfrm>
          <a:prstGeom prst="rect">
            <a:avLst/>
          </a:prstGeom>
        </p:spPr>
        <p:txBody>
          <a:bodyPr spcFirstLastPara="1" wrap="square" lIns="91425" tIns="91425" rIns="91425" bIns="91425" anchor="t" anchorCtr="0">
            <a:noAutofit/>
          </a:bodyPr>
          <a:lstStyle/>
          <a:p>
            <a:pPr marL="171450" lvl="0" indent="-1714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Kutipan langsung dapat didefinisikan sebagai cara mengutip kalimat tanpa melakukan perubahan terhadap bentuk asli dari sumbernya. Sederhanya, kutipan langsung biasa memiliki bentuk yang sama persis dengan bentuk aslinya. jadi disini yaitu sesuai atau persis dengan aslinya.</a:t>
            </a:r>
            <a:endParaRPr lang="id-ID"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13" name="Google Shape;213;p35"/>
          <p:cNvSpPr txBox="1">
            <a:spLocks noGrp="1"/>
          </p:cNvSpPr>
          <p:nvPr>
            <p:ph type="subTitle" idx="2"/>
          </p:nvPr>
        </p:nvSpPr>
        <p:spPr>
          <a:xfrm>
            <a:off x="4549963" y="2677566"/>
            <a:ext cx="4022538" cy="1287000"/>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kutipan tidak langsung dapat dipahami sebagai jenis kutipan yang menggunakan kalimat kembali dengan cara meringkas kalimat atau melakukan pengubahan secara bahasa dari sumber aslinya, tetapi tidak mengubah makna asli dari kutipan yang asli.</a:t>
            </a:r>
            <a:endParaRPr lang="en-US"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14" name="Google Shape;214;p35"/>
          <p:cNvSpPr txBox="1">
            <a:spLocks noGrp="1"/>
          </p:cNvSpPr>
          <p:nvPr>
            <p:ph type="subTitle" idx="3"/>
          </p:nvPr>
        </p:nvSpPr>
        <p:spPr>
          <a:xfrm>
            <a:off x="4803056" y="2122907"/>
            <a:ext cx="2201901" cy="5277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l" rtl="0">
              <a:spcBef>
                <a:spcPts val="0"/>
              </a:spcBef>
              <a:spcAft>
                <a:spcPts val="0"/>
              </a:spcAft>
              <a:buNone/>
            </a:pPr>
            <a:r>
              <a:rPr lang="id-ID"/>
              <a:t>Definisi Kutipan </a:t>
            </a:r>
          </a:p>
          <a:p>
            <a:pPr marL="0" lvl="0" indent="0" algn="l" rtl="0">
              <a:spcBef>
                <a:spcPts val="0"/>
              </a:spcBef>
              <a:spcAft>
                <a:spcPts val="0"/>
              </a:spcAft>
              <a:buNone/>
            </a:pPr>
            <a:r>
              <a:rPr lang="id-ID"/>
              <a:t>Tidak Langsung</a:t>
            </a:r>
          </a:p>
        </p:txBody>
      </p:sp>
      <p:sp>
        <p:nvSpPr>
          <p:cNvPr id="41" name="Google Shape;209;p35">
            <a:extLst>
              <a:ext uri="{FF2B5EF4-FFF2-40B4-BE49-F238E27FC236}">
                <a16:creationId xmlns:a16="http://schemas.microsoft.com/office/drawing/2014/main" id="{69C18876-1DFE-4298-9B71-ABB7ACF4C9AA}"/>
              </a:ext>
            </a:extLst>
          </p:cNvPr>
          <p:cNvSpPr/>
          <p:nvPr/>
        </p:nvSpPr>
        <p:spPr>
          <a:xfrm>
            <a:off x="181227" y="668436"/>
            <a:ext cx="447600" cy="447600"/>
          </a:xfrm>
          <a:prstGeom prst="ellipse">
            <a:avLst/>
          </a:prstGeom>
          <a:solidFill>
            <a:schemeClr val="accent3"/>
          </a:solidFill>
          <a:ln>
            <a:noFill/>
          </a:ln>
          <a:effectLst>
            <a:innerShdw blurRad="114300">
              <a:prstClr val="black"/>
            </a:inn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00">
              <a:latin typeface="Lato"/>
              <a:ea typeface="Lato"/>
              <a:cs typeface="Lato"/>
              <a:sym typeface="Lato"/>
            </a:endParaRPr>
          </a:p>
        </p:txBody>
      </p:sp>
      <p:grpSp>
        <p:nvGrpSpPr>
          <p:cNvPr id="25" name="Group 24">
            <a:extLst>
              <a:ext uri="{FF2B5EF4-FFF2-40B4-BE49-F238E27FC236}">
                <a16:creationId xmlns:a16="http://schemas.microsoft.com/office/drawing/2014/main" id="{7167D85C-587A-43D7-ACAA-3C7FCA5A6A5E}"/>
              </a:ext>
            </a:extLst>
          </p:cNvPr>
          <p:cNvGrpSpPr/>
          <p:nvPr/>
        </p:nvGrpSpPr>
        <p:grpSpPr>
          <a:xfrm>
            <a:off x="5345364" y="124715"/>
            <a:ext cx="3633112" cy="618237"/>
            <a:chOff x="5345364" y="124715"/>
            <a:chExt cx="3633112" cy="618237"/>
          </a:xfrm>
        </p:grpSpPr>
        <p:pic>
          <p:nvPicPr>
            <p:cNvPr id="26" name="Picture 2" descr="Politeknik Negeri Indramayu - Wikipedia bahasa Indonesia ...">
              <a:extLst>
                <a:ext uri="{FF2B5EF4-FFF2-40B4-BE49-F238E27FC236}">
                  <a16:creationId xmlns:a16="http://schemas.microsoft.com/office/drawing/2014/main" id="{78F46B50-54B6-4559-A1BF-BA6708A43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7" name="Google Shape;154;p30">
              <a:extLst>
                <a:ext uri="{FF2B5EF4-FFF2-40B4-BE49-F238E27FC236}">
                  <a16:creationId xmlns:a16="http://schemas.microsoft.com/office/drawing/2014/main" id="{660A78BF-773C-43E1-AB56-C31625678427}"/>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34" name="Google Shape;249;p36">
            <a:extLst>
              <a:ext uri="{FF2B5EF4-FFF2-40B4-BE49-F238E27FC236}">
                <a16:creationId xmlns:a16="http://schemas.microsoft.com/office/drawing/2014/main" id="{DE1FEA77-CC0E-4CAA-A29C-0DB6CD0AA759}"/>
              </a:ext>
            </a:extLst>
          </p:cNvPr>
          <p:cNvGrpSpPr/>
          <p:nvPr/>
        </p:nvGrpSpPr>
        <p:grpSpPr>
          <a:xfrm>
            <a:off x="54636" y="852659"/>
            <a:ext cx="506386" cy="505323"/>
            <a:chOff x="1532880" y="2658600"/>
            <a:chExt cx="343080" cy="342360"/>
          </a:xfrm>
        </p:grpSpPr>
        <p:sp>
          <p:nvSpPr>
            <p:cNvPr id="35" name="Google Shape;250;p36">
              <a:extLst>
                <a:ext uri="{FF2B5EF4-FFF2-40B4-BE49-F238E27FC236}">
                  <a16:creationId xmlns:a16="http://schemas.microsoft.com/office/drawing/2014/main" id="{3B2027D6-1FCF-4446-8D1E-6D334EFFC1DD}"/>
                </a:ext>
              </a:extLst>
            </p:cNvPr>
            <p:cNvSpPr/>
            <p:nvPr/>
          </p:nvSpPr>
          <p:spPr>
            <a:xfrm>
              <a:off x="1603800" y="2804040"/>
              <a:ext cx="40320" cy="50760"/>
            </a:xfrm>
            <a:custGeom>
              <a:avLst/>
              <a:gdLst/>
              <a:ahLst/>
              <a:cxnLst/>
              <a:rect l="l" t="t" r="r" b="b"/>
              <a:pathLst>
                <a:path w="112" h="141" extrusionOk="0">
                  <a:moveTo>
                    <a:pt x="0" y="141"/>
                  </a:moveTo>
                  <a:lnTo>
                    <a:pt x="60" y="90"/>
                  </a:lnTo>
                  <a:cubicBezTo>
                    <a:pt x="68" y="84"/>
                    <a:pt x="75" y="78"/>
                    <a:pt x="84" y="74"/>
                  </a:cubicBezTo>
                  <a:cubicBezTo>
                    <a:pt x="93" y="69"/>
                    <a:pt x="102" y="65"/>
                    <a:pt x="112" y="62"/>
                  </a:cubicBezTo>
                  <a:lnTo>
                    <a:pt x="112" y="19"/>
                  </a:lnTo>
                  <a:lnTo>
                    <a:pt x="112" y="19"/>
                  </a:lnTo>
                  <a:cubicBezTo>
                    <a:pt x="112" y="16"/>
                    <a:pt x="111" y="12"/>
                    <a:pt x="109" y="10"/>
                  </a:cubicBezTo>
                  <a:cubicBezTo>
                    <a:pt x="107" y="7"/>
                    <a:pt x="105" y="4"/>
                    <a:pt x="102" y="3"/>
                  </a:cubicBezTo>
                  <a:cubicBezTo>
                    <a:pt x="100" y="1"/>
                    <a:pt x="96" y="0"/>
                    <a:pt x="93" y="0"/>
                  </a:cubicBezTo>
                  <a:lnTo>
                    <a:pt x="19" y="0"/>
                  </a:lnTo>
                  <a:cubicBezTo>
                    <a:pt x="15" y="0"/>
                    <a:pt x="12" y="1"/>
                    <a:pt x="9" y="3"/>
                  </a:cubicBezTo>
                  <a:cubicBezTo>
                    <a:pt x="7" y="4"/>
                    <a:pt x="5" y="7"/>
                    <a:pt x="3" y="10"/>
                  </a:cubicBezTo>
                  <a:cubicBezTo>
                    <a:pt x="1" y="12"/>
                    <a:pt x="0" y="16"/>
                    <a:pt x="0" y="19"/>
                  </a:cubicBezTo>
                  <a:lnTo>
                    <a:pt x="0" y="19"/>
                  </a:lnTo>
                  <a:lnTo>
                    <a:pt x="0" y="141"/>
                  </a:ln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6" name="Google Shape;251;p36">
              <a:extLst>
                <a:ext uri="{FF2B5EF4-FFF2-40B4-BE49-F238E27FC236}">
                  <a16:creationId xmlns:a16="http://schemas.microsoft.com/office/drawing/2014/main" id="{239B9C90-6A61-4A31-BFD6-F7A577C788F8}"/>
                </a:ext>
              </a:extLst>
            </p:cNvPr>
            <p:cNvSpPr/>
            <p:nvPr/>
          </p:nvSpPr>
          <p:spPr>
            <a:xfrm>
              <a:off x="1684080" y="2777400"/>
              <a:ext cx="40320" cy="58680"/>
            </a:xfrm>
            <a:custGeom>
              <a:avLst/>
              <a:gdLst/>
              <a:ahLst/>
              <a:cxnLst/>
              <a:rect l="l" t="t" r="r" b="b"/>
              <a:pathLst>
                <a:path w="112" h="163" extrusionOk="0">
                  <a:moveTo>
                    <a:pt x="19" y="0"/>
                  </a:moveTo>
                  <a:cubicBezTo>
                    <a:pt x="16" y="0"/>
                    <a:pt x="12" y="0"/>
                    <a:pt x="10" y="2"/>
                  </a:cubicBezTo>
                  <a:cubicBezTo>
                    <a:pt x="7" y="3"/>
                    <a:pt x="5" y="6"/>
                    <a:pt x="3" y="9"/>
                  </a:cubicBezTo>
                  <a:cubicBezTo>
                    <a:pt x="1" y="12"/>
                    <a:pt x="0" y="15"/>
                    <a:pt x="0" y="18"/>
                  </a:cubicBezTo>
                  <a:lnTo>
                    <a:pt x="0" y="127"/>
                  </a:lnTo>
                  <a:lnTo>
                    <a:pt x="23" y="127"/>
                  </a:lnTo>
                  <a:cubicBezTo>
                    <a:pt x="24" y="127"/>
                    <a:pt x="24" y="127"/>
                    <a:pt x="24" y="127"/>
                  </a:cubicBezTo>
                  <a:cubicBezTo>
                    <a:pt x="46" y="127"/>
                    <a:pt x="67" y="133"/>
                    <a:pt x="86" y="144"/>
                  </a:cubicBezTo>
                  <a:cubicBezTo>
                    <a:pt x="95" y="148"/>
                    <a:pt x="104" y="155"/>
                    <a:pt x="112" y="163"/>
                  </a:cubicBezTo>
                  <a:lnTo>
                    <a:pt x="112" y="18"/>
                  </a:lnTo>
                  <a:cubicBezTo>
                    <a:pt x="112" y="15"/>
                    <a:pt x="111" y="12"/>
                    <a:pt x="110" y="9"/>
                  </a:cubicBezTo>
                  <a:cubicBezTo>
                    <a:pt x="108" y="6"/>
                    <a:pt x="106" y="3"/>
                    <a:pt x="103" y="2"/>
                  </a:cubicBezTo>
                  <a:cubicBezTo>
                    <a:pt x="100" y="0"/>
                    <a:pt x="97" y="0"/>
                    <a:pt x="93" y="0"/>
                  </a:cubicBezTo>
                  <a:lnTo>
                    <a:pt x="93" y="0"/>
                  </a:lnTo>
                  <a:lnTo>
                    <a:pt x="19" y="0"/>
                  </a:lnTo>
                  <a:close/>
                </a:path>
              </a:pathLst>
            </a:custGeom>
            <a:solidFill>
              <a:schemeClr val="dk1"/>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252;p36">
              <a:extLst>
                <a:ext uri="{FF2B5EF4-FFF2-40B4-BE49-F238E27FC236}">
                  <a16:creationId xmlns:a16="http://schemas.microsoft.com/office/drawing/2014/main" id="{0B545DA3-0BC3-480E-B4AF-6D311FA99981}"/>
                </a:ext>
              </a:extLst>
            </p:cNvPr>
            <p:cNvSpPr/>
            <p:nvPr/>
          </p:nvSpPr>
          <p:spPr>
            <a:xfrm>
              <a:off x="1764360" y="2750760"/>
              <a:ext cx="40320" cy="98280"/>
            </a:xfrm>
            <a:custGeom>
              <a:avLst/>
              <a:gdLst/>
              <a:ahLst/>
              <a:cxnLst/>
              <a:rect l="l" t="t" r="r" b="b"/>
              <a:pathLst>
                <a:path w="112" h="273" extrusionOk="0">
                  <a:moveTo>
                    <a:pt x="19" y="0"/>
                  </a:moveTo>
                  <a:lnTo>
                    <a:pt x="19" y="0"/>
                  </a:lnTo>
                  <a:cubicBezTo>
                    <a:pt x="16" y="0"/>
                    <a:pt x="13" y="0"/>
                    <a:pt x="10" y="2"/>
                  </a:cubicBezTo>
                  <a:cubicBezTo>
                    <a:pt x="7" y="4"/>
                    <a:pt x="5" y="6"/>
                    <a:pt x="3" y="9"/>
                  </a:cubicBezTo>
                  <a:cubicBezTo>
                    <a:pt x="1" y="12"/>
                    <a:pt x="0" y="15"/>
                    <a:pt x="0" y="18"/>
                  </a:cubicBezTo>
                  <a:lnTo>
                    <a:pt x="0" y="18"/>
                  </a:lnTo>
                  <a:lnTo>
                    <a:pt x="0" y="260"/>
                  </a:lnTo>
                  <a:lnTo>
                    <a:pt x="28" y="260"/>
                  </a:lnTo>
                  <a:cubicBezTo>
                    <a:pt x="45" y="260"/>
                    <a:pt x="62" y="264"/>
                    <a:pt x="77" y="273"/>
                  </a:cubicBezTo>
                  <a:lnTo>
                    <a:pt x="112" y="237"/>
                  </a:lnTo>
                  <a:lnTo>
                    <a:pt x="112" y="18"/>
                  </a:lnTo>
                  <a:cubicBezTo>
                    <a:pt x="112" y="15"/>
                    <a:pt x="111" y="12"/>
                    <a:pt x="110" y="9"/>
                  </a:cubicBezTo>
                  <a:cubicBezTo>
                    <a:pt x="108" y="6"/>
                    <a:pt x="106" y="4"/>
                    <a:pt x="103" y="2"/>
                  </a:cubicBezTo>
                  <a:cubicBezTo>
                    <a:pt x="100" y="0"/>
                    <a:pt x="97" y="0"/>
                    <a:pt x="94" y="0"/>
                  </a:cubicBezTo>
                  <a:lnTo>
                    <a:pt x="19"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253;p36">
              <a:extLst>
                <a:ext uri="{FF2B5EF4-FFF2-40B4-BE49-F238E27FC236}">
                  <a16:creationId xmlns:a16="http://schemas.microsoft.com/office/drawing/2014/main" id="{D18FE1D6-B6AE-4613-B3A0-2F2CE0A0C401}"/>
                </a:ext>
              </a:extLst>
            </p:cNvPr>
            <p:cNvSpPr/>
            <p:nvPr/>
          </p:nvSpPr>
          <p:spPr>
            <a:xfrm>
              <a:off x="1603440" y="2658600"/>
              <a:ext cx="201600" cy="115200"/>
            </a:xfrm>
            <a:custGeom>
              <a:avLst/>
              <a:gdLst/>
              <a:ahLst/>
              <a:cxnLst/>
              <a:rect l="l" t="t" r="r" b="b"/>
              <a:pathLst>
                <a:path w="560" h="320" extrusionOk="0">
                  <a:moveTo>
                    <a:pt x="5" y="306"/>
                  </a:moveTo>
                  <a:cubicBezTo>
                    <a:pt x="7" y="310"/>
                    <a:pt x="11" y="313"/>
                    <a:pt x="15" y="316"/>
                  </a:cubicBezTo>
                  <a:cubicBezTo>
                    <a:pt x="19" y="318"/>
                    <a:pt x="24" y="320"/>
                    <a:pt x="29" y="320"/>
                  </a:cubicBezTo>
                  <a:cubicBezTo>
                    <a:pt x="30" y="320"/>
                    <a:pt x="30" y="320"/>
                    <a:pt x="30" y="320"/>
                  </a:cubicBezTo>
                  <a:cubicBezTo>
                    <a:pt x="34" y="320"/>
                    <a:pt x="38" y="319"/>
                    <a:pt x="42" y="317"/>
                  </a:cubicBezTo>
                  <a:lnTo>
                    <a:pt x="483" y="111"/>
                  </a:lnTo>
                  <a:lnTo>
                    <a:pt x="477" y="130"/>
                  </a:lnTo>
                  <a:cubicBezTo>
                    <a:pt x="475" y="133"/>
                    <a:pt x="475" y="137"/>
                    <a:pt x="475" y="140"/>
                  </a:cubicBezTo>
                  <a:cubicBezTo>
                    <a:pt x="475" y="145"/>
                    <a:pt x="476" y="150"/>
                    <a:pt x="479" y="154"/>
                  </a:cubicBezTo>
                  <a:cubicBezTo>
                    <a:pt x="481" y="158"/>
                    <a:pt x="485" y="162"/>
                    <a:pt x="489" y="164"/>
                  </a:cubicBezTo>
                  <a:cubicBezTo>
                    <a:pt x="490" y="165"/>
                    <a:pt x="492" y="166"/>
                    <a:pt x="493" y="166"/>
                  </a:cubicBezTo>
                  <a:cubicBezTo>
                    <a:pt x="496" y="167"/>
                    <a:pt x="499" y="168"/>
                    <a:pt x="503" y="168"/>
                  </a:cubicBezTo>
                  <a:lnTo>
                    <a:pt x="503" y="168"/>
                  </a:lnTo>
                  <a:lnTo>
                    <a:pt x="503" y="168"/>
                  </a:lnTo>
                  <a:cubicBezTo>
                    <a:pt x="508" y="168"/>
                    <a:pt x="513" y="166"/>
                    <a:pt x="517" y="164"/>
                  </a:cubicBezTo>
                  <a:cubicBezTo>
                    <a:pt x="521" y="162"/>
                    <a:pt x="525" y="158"/>
                    <a:pt x="527" y="154"/>
                  </a:cubicBezTo>
                  <a:cubicBezTo>
                    <a:pt x="528" y="152"/>
                    <a:pt x="529" y="151"/>
                    <a:pt x="529" y="149"/>
                  </a:cubicBezTo>
                  <a:lnTo>
                    <a:pt x="559" y="67"/>
                  </a:lnTo>
                  <a:cubicBezTo>
                    <a:pt x="560" y="64"/>
                    <a:pt x="560" y="61"/>
                    <a:pt x="560" y="57"/>
                  </a:cubicBezTo>
                  <a:cubicBezTo>
                    <a:pt x="560" y="53"/>
                    <a:pt x="559" y="48"/>
                    <a:pt x="557" y="44"/>
                  </a:cubicBezTo>
                  <a:cubicBezTo>
                    <a:pt x="554" y="39"/>
                    <a:pt x="551" y="36"/>
                    <a:pt x="546" y="33"/>
                  </a:cubicBezTo>
                  <a:cubicBezTo>
                    <a:pt x="545" y="33"/>
                    <a:pt x="543" y="32"/>
                    <a:pt x="542" y="31"/>
                  </a:cubicBezTo>
                  <a:lnTo>
                    <a:pt x="458" y="1"/>
                  </a:lnTo>
                  <a:cubicBezTo>
                    <a:pt x="455" y="0"/>
                    <a:pt x="452" y="0"/>
                    <a:pt x="449" y="0"/>
                  </a:cubicBezTo>
                  <a:cubicBezTo>
                    <a:pt x="444" y="0"/>
                    <a:pt x="439" y="0"/>
                    <a:pt x="435" y="3"/>
                  </a:cubicBezTo>
                  <a:cubicBezTo>
                    <a:pt x="431" y="5"/>
                    <a:pt x="427" y="9"/>
                    <a:pt x="425" y="14"/>
                  </a:cubicBezTo>
                  <a:cubicBezTo>
                    <a:pt x="422" y="18"/>
                    <a:pt x="421" y="23"/>
                    <a:pt x="421" y="28"/>
                  </a:cubicBezTo>
                  <a:cubicBezTo>
                    <a:pt x="421" y="33"/>
                    <a:pt x="422" y="38"/>
                    <a:pt x="425" y="42"/>
                  </a:cubicBezTo>
                  <a:cubicBezTo>
                    <a:pt x="427" y="46"/>
                    <a:pt x="431" y="50"/>
                    <a:pt x="435" y="52"/>
                  </a:cubicBezTo>
                  <a:cubicBezTo>
                    <a:pt x="436" y="53"/>
                    <a:pt x="438" y="54"/>
                    <a:pt x="440" y="54"/>
                  </a:cubicBezTo>
                  <a:lnTo>
                    <a:pt x="458" y="61"/>
                  </a:lnTo>
                  <a:lnTo>
                    <a:pt x="18" y="266"/>
                  </a:lnTo>
                  <a:cubicBezTo>
                    <a:pt x="16" y="266"/>
                    <a:pt x="15" y="267"/>
                    <a:pt x="14" y="268"/>
                  </a:cubicBezTo>
                  <a:cubicBezTo>
                    <a:pt x="9" y="270"/>
                    <a:pt x="6" y="274"/>
                    <a:pt x="4" y="278"/>
                  </a:cubicBezTo>
                  <a:cubicBezTo>
                    <a:pt x="1" y="282"/>
                    <a:pt x="0" y="286"/>
                    <a:pt x="0" y="291"/>
                  </a:cubicBezTo>
                  <a:cubicBezTo>
                    <a:pt x="0" y="295"/>
                    <a:pt x="1" y="300"/>
                    <a:pt x="4" y="304"/>
                  </a:cubicBezTo>
                  <a:cubicBezTo>
                    <a:pt x="4" y="305"/>
                    <a:pt x="4" y="305"/>
                    <a:pt x="5" y="30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 name="Google Shape;254;p36">
              <a:extLst>
                <a:ext uri="{FF2B5EF4-FFF2-40B4-BE49-F238E27FC236}">
                  <a16:creationId xmlns:a16="http://schemas.microsoft.com/office/drawing/2014/main" id="{4C1951B4-F7B5-43C6-8B3F-10B0EDE690B0}"/>
                </a:ext>
              </a:extLst>
            </p:cNvPr>
            <p:cNvSpPr/>
            <p:nvPr/>
          </p:nvSpPr>
          <p:spPr>
            <a:xfrm>
              <a:off x="1598040" y="2825640"/>
              <a:ext cx="277920" cy="135360"/>
            </a:xfrm>
            <a:custGeom>
              <a:avLst/>
              <a:gdLst/>
              <a:ahLst/>
              <a:cxnLst/>
              <a:rect l="l" t="t" r="r" b="b"/>
              <a:pathLst>
                <a:path w="772" h="376" extrusionOk="0">
                  <a:moveTo>
                    <a:pt x="708" y="1"/>
                  </a:moveTo>
                  <a:lnTo>
                    <a:pt x="708" y="1"/>
                  </a:lnTo>
                  <a:cubicBezTo>
                    <a:pt x="697" y="1"/>
                    <a:pt x="687" y="4"/>
                    <a:pt x="677" y="9"/>
                  </a:cubicBezTo>
                  <a:cubicBezTo>
                    <a:pt x="672" y="12"/>
                    <a:pt x="668" y="14"/>
                    <a:pt x="664" y="18"/>
                  </a:cubicBezTo>
                  <a:lnTo>
                    <a:pt x="578" y="105"/>
                  </a:lnTo>
                  <a:cubicBezTo>
                    <a:pt x="585" y="119"/>
                    <a:pt x="589" y="134"/>
                    <a:pt x="589" y="150"/>
                  </a:cubicBezTo>
                  <a:lnTo>
                    <a:pt x="589" y="150"/>
                  </a:lnTo>
                  <a:cubicBezTo>
                    <a:pt x="589" y="168"/>
                    <a:pt x="584" y="185"/>
                    <a:pt x="576" y="200"/>
                  </a:cubicBezTo>
                  <a:cubicBezTo>
                    <a:pt x="567" y="215"/>
                    <a:pt x="555" y="228"/>
                    <a:pt x="540" y="236"/>
                  </a:cubicBezTo>
                  <a:cubicBezTo>
                    <a:pt x="525" y="245"/>
                    <a:pt x="508" y="249"/>
                    <a:pt x="490" y="249"/>
                  </a:cubicBezTo>
                  <a:lnTo>
                    <a:pt x="254" y="249"/>
                  </a:lnTo>
                  <a:cubicBezTo>
                    <a:pt x="253" y="249"/>
                    <a:pt x="252" y="249"/>
                    <a:pt x="252" y="249"/>
                  </a:cubicBezTo>
                  <a:cubicBezTo>
                    <a:pt x="247" y="249"/>
                    <a:pt x="241" y="248"/>
                    <a:pt x="237" y="245"/>
                  </a:cubicBezTo>
                  <a:cubicBezTo>
                    <a:pt x="232" y="243"/>
                    <a:pt x="229" y="239"/>
                    <a:pt x="227" y="235"/>
                  </a:cubicBezTo>
                  <a:cubicBezTo>
                    <a:pt x="224" y="231"/>
                    <a:pt x="223" y="226"/>
                    <a:pt x="223" y="221"/>
                  </a:cubicBezTo>
                  <a:cubicBezTo>
                    <a:pt x="223" y="216"/>
                    <a:pt x="224" y="211"/>
                    <a:pt x="227" y="207"/>
                  </a:cubicBezTo>
                  <a:cubicBezTo>
                    <a:pt x="229" y="203"/>
                    <a:pt x="232" y="200"/>
                    <a:pt x="237" y="197"/>
                  </a:cubicBezTo>
                  <a:cubicBezTo>
                    <a:pt x="241" y="195"/>
                    <a:pt x="247" y="193"/>
                    <a:pt x="252" y="193"/>
                  </a:cubicBezTo>
                  <a:cubicBezTo>
                    <a:pt x="252" y="193"/>
                    <a:pt x="253" y="193"/>
                    <a:pt x="254" y="193"/>
                  </a:cubicBezTo>
                  <a:lnTo>
                    <a:pt x="490" y="193"/>
                  </a:lnTo>
                  <a:cubicBezTo>
                    <a:pt x="498" y="193"/>
                    <a:pt x="505" y="191"/>
                    <a:pt x="512" y="187"/>
                  </a:cubicBezTo>
                  <a:cubicBezTo>
                    <a:pt x="518" y="184"/>
                    <a:pt x="523" y="179"/>
                    <a:pt x="527" y="172"/>
                  </a:cubicBezTo>
                  <a:cubicBezTo>
                    <a:pt x="530" y="166"/>
                    <a:pt x="533" y="158"/>
                    <a:pt x="533" y="150"/>
                  </a:cubicBezTo>
                  <a:cubicBezTo>
                    <a:pt x="533" y="143"/>
                    <a:pt x="530" y="136"/>
                    <a:pt x="527" y="129"/>
                  </a:cubicBezTo>
                  <a:cubicBezTo>
                    <a:pt x="523" y="123"/>
                    <a:pt x="518" y="117"/>
                    <a:pt x="512" y="113"/>
                  </a:cubicBezTo>
                  <a:cubicBezTo>
                    <a:pt x="505" y="109"/>
                    <a:pt x="498" y="107"/>
                    <a:pt x="490" y="107"/>
                  </a:cubicBezTo>
                  <a:lnTo>
                    <a:pt x="375" y="107"/>
                  </a:lnTo>
                  <a:cubicBezTo>
                    <a:pt x="363" y="107"/>
                    <a:pt x="352" y="104"/>
                    <a:pt x="342" y="98"/>
                  </a:cubicBezTo>
                  <a:cubicBezTo>
                    <a:pt x="334" y="94"/>
                    <a:pt x="327" y="88"/>
                    <a:pt x="322" y="81"/>
                  </a:cubicBezTo>
                  <a:lnTo>
                    <a:pt x="309" y="65"/>
                  </a:lnTo>
                  <a:cubicBezTo>
                    <a:pt x="306" y="62"/>
                    <a:pt x="302" y="59"/>
                    <a:pt x="297" y="56"/>
                  </a:cubicBezTo>
                  <a:cubicBezTo>
                    <a:pt x="287" y="50"/>
                    <a:pt x="275" y="47"/>
                    <a:pt x="263" y="47"/>
                  </a:cubicBezTo>
                  <a:lnTo>
                    <a:pt x="263" y="47"/>
                  </a:lnTo>
                  <a:lnTo>
                    <a:pt x="180" y="47"/>
                  </a:lnTo>
                  <a:cubicBezTo>
                    <a:pt x="162" y="47"/>
                    <a:pt x="144" y="52"/>
                    <a:pt x="128" y="61"/>
                  </a:cubicBezTo>
                  <a:cubicBezTo>
                    <a:pt x="123" y="64"/>
                    <a:pt x="118" y="68"/>
                    <a:pt x="113" y="71"/>
                  </a:cubicBezTo>
                  <a:lnTo>
                    <a:pt x="0" y="167"/>
                  </a:lnTo>
                  <a:lnTo>
                    <a:pt x="119" y="373"/>
                  </a:lnTo>
                  <a:lnTo>
                    <a:pt x="121" y="376"/>
                  </a:lnTo>
                  <a:lnTo>
                    <a:pt x="442" y="376"/>
                  </a:lnTo>
                  <a:lnTo>
                    <a:pt x="442" y="376"/>
                  </a:lnTo>
                  <a:cubicBezTo>
                    <a:pt x="461" y="376"/>
                    <a:pt x="478" y="371"/>
                    <a:pt x="494" y="362"/>
                  </a:cubicBezTo>
                  <a:cubicBezTo>
                    <a:pt x="502" y="358"/>
                    <a:pt x="509" y="352"/>
                    <a:pt x="515" y="346"/>
                  </a:cubicBezTo>
                  <a:lnTo>
                    <a:pt x="753" y="106"/>
                  </a:lnTo>
                  <a:cubicBezTo>
                    <a:pt x="757" y="103"/>
                    <a:pt x="761" y="98"/>
                    <a:pt x="763" y="93"/>
                  </a:cubicBezTo>
                  <a:cubicBezTo>
                    <a:pt x="769" y="84"/>
                    <a:pt x="772" y="73"/>
                    <a:pt x="772" y="62"/>
                  </a:cubicBezTo>
                  <a:cubicBezTo>
                    <a:pt x="772" y="51"/>
                    <a:pt x="768" y="40"/>
                    <a:pt x="763" y="30"/>
                  </a:cubicBezTo>
                  <a:cubicBezTo>
                    <a:pt x="757" y="21"/>
                    <a:pt x="750" y="14"/>
                    <a:pt x="740" y="8"/>
                  </a:cubicBezTo>
                  <a:cubicBezTo>
                    <a:pt x="731" y="3"/>
                    <a:pt x="720" y="0"/>
                    <a:pt x="709" y="0"/>
                  </a:cubicBezTo>
                  <a:lnTo>
                    <a:pt x="708" y="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0" name="Google Shape;255;p36">
              <a:extLst>
                <a:ext uri="{FF2B5EF4-FFF2-40B4-BE49-F238E27FC236}">
                  <a16:creationId xmlns:a16="http://schemas.microsoft.com/office/drawing/2014/main" id="{DBF341B7-8C8B-4BB5-8528-2950086F3737}"/>
                </a:ext>
              </a:extLst>
            </p:cNvPr>
            <p:cNvSpPr/>
            <p:nvPr/>
          </p:nvSpPr>
          <p:spPr>
            <a:xfrm>
              <a:off x="1532880" y="2882520"/>
              <a:ext cx="92160" cy="118440"/>
            </a:xfrm>
            <a:custGeom>
              <a:avLst/>
              <a:gdLst/>
              <a:ahLst/>
              <a:cxnLst/>
              <a:rect l="l" t="t" r="r" b="b"/>
              <a:pathLst>
                <a:path w="256" h="329" extrusionOk="0">
                  <a:moveTo>
                    <a:pt x="238" y="295"/>
                  </a:moveTo>
                  <a:cubicBezTo>
                    <a:pt x="243" y="291"/>
                    <a:pt x="248" y="287"/>
                    <a:pt x="251" y="281"/>
                  </a:cubicBezTo>
                  <a:cubicBezTo>
                    <a:pt x="254" y="275"/>
                    <a:pt x="256" y="269"/>
                    <a:pt x="256" y="263"/>
                  </a:cubicBezTo>
                  <a:cubicBezTo>
                    <a:pt x="256" y="256"/>
                    <a:pt x="254" y="250"/>
                    <a:pt x="251" y="244"/>
                  </a:cubicBezTo>
                  <a:lnTo>
                    <a:pt x="121" y="18"/>
                  </a:lnTo>
                  <a:lnTo>
                    <a:pt x="121" y="18"/>
                  </a:lnTo>
                  <a:cubicBezTo>
                    <a:pt x="118" y="13"/>
                    <a:pt x="113" y="9"/>
                    <a:pt x="107" y="5"/>
                  </a:cubicBezTo>
                  <a:cubicBezTo>
                    <a:pt x="101" y="2"/>
                    <a:pt x="95" y="0"/>
                    <a:pt x="89" y="0"/>
                  </a:cubicBezTo>
                  <a:lnTo>
                    <a:pt x="89" y="0"/>
                  </a:lnTo>
                  <a:lnTo>
                    <a:pt x="89" y="0"/>
                  </a:lnTo>
                  <a:cubicBezTo>
                    <a:pt x="82" y="0"/>
                    <a:pt x="76" y="1"/>
                    <a:pt x="70" y="5"/>
                  </a:cubicBezTo>
                  <a:lnTo>
                    <a:pt x="70" y="5"/>
                  </a:lnTo>
                  <a:lnTo>
                    <a:pt x="17" y="34"/>
                  </a:lnTo>
                  <a:cubicBezTo>
                    <a:pt x="12" y="38"/>
                    <a:pt x="7" y="42"/>
                    <a:pt x="4" y="48"/>
                  </a:cubicBezTo>
                  <a:cubicBezTo>
                    <a:pt x="2" y="51"/>
                    <a:pt x="1" y="54"/>
                    <a:pt x="0" y="58"/>
                  </a:cubicBezTo>
                  <a:lnTo>
                    <a:pt x="0" y="77"/>
                  </a:lnTo>
                  <a:cubicBezTo>
                    <a:pt x="1" y="80"/>
                    <a:pt x="2" y="83"/>
                    <a:pt x="4" y="85"/>
                  </a:cubicBezTo>
                  <a:lnTo>
                    <a:pt x="134" y="311"/>
                  </a:lnTo>
                  <a:lnTo>
                    <a:pt x="134" y="311"/>
                  </a:lnTo>
                  <a:cubicBezTo>
                    <a:pt x="137" y="316"/>
                    <a:pt x="141" y="321"/>
                    <a:pt x="147" y="324"/>
                  </a:cubicBezTo>
                  <a:cubicBezTo>
                    <a:pt x="152" y="328"/>
                    <a:pt x="159" y="329"/>
                    <a:pt x="166" y="329"/>
                  </a:cubicBezTo>
                  <a:lnTo>
                    <a:pt x="166" y="329"/>
                  </a:lnTo>
                  <a:lnTo>
                    <a:pt x="166" y="329"/>
                  </a:lnTo>
                  <a:cubicBezTo>
                    <a:pt x="173" y="329"/>
                    <a:pt x="179" y="328"/>
                    <a:pt x="184" y="325"/>
                  </a:cubicBezTo>
                  <a:cubicBezTo>
                    <a:pt x="184" y="324"/>
                    <a:pt x="185" y="324"/>
                    <a:pt x="185" y="324"/>
                  </a:cubicBezTo>
                  <a:lnTo>
                    <a:pt x="238" y="295"/>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extLst>
      <p:ext uri="{BB962C8B-B14F-4D97-AF65-F5344CB8AC3E}">
        <p14:creationId xmlns:p14="http://schemas.microsoft.com/office/powerpoint/2010/main" val="1748129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045277" y="2717662"/>
            <a:ext cx="5418154" cy="1626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id-ID"/>
              <a:t>Kutipan Langsung</a:t>
            </a:r>
            <a:endParaRP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5</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9" name="Group 8">
            <a:extLst>
              <a:ext uri="{FF2B5EF4-FFF2-40B4-BE49-F238E27FC236}">
                <a16:creationId xmlns:a16="http://schemas.microsoft.com/office/drawing/2014/main" id="{116606C4-23BF-4FBF-8AAC-44194E17F5F6}"/>
              </a:ext>
            </a:extLst>
          </p:cNvPr>
          <p:cNvGrpSpPr/>
          <p:nvPr/>
        </p:nvGrpSpPr>
        <p:grpSpPr>
          <a:xfrm>
            <a:off x="393718" y="1933584"/>
            <a:ext cx="1895893" cy="2141682"/>
            <a:chOff x="393718" y="1933584"/>
            <a:chExt cx="1895893" cy="2141682"/>
          </a:xfrm>
        </p:grpSpPr>
        <p:grpSp>
          <p:nvGrpSpPr>
            <p:cNvPr id="13" name="Google Shape;699;p50">
              <a:extLst>
                <a:ext uri="{FF2B5EF4-FFF2-40B4-BE49-F238E27FC236}">
                  <a16:creationId xmlns:a16="http://schemas.microsoft.com/office/drawing/2014/main" id="{5B8BE89A-1401-4151-B8DA-02A3977A4650}"/>
                </a:ext>
              </a:extLst>
            </p:cNvPr>
            <p:cNvGrpSpPr/>
            <p:nvPr/>
          </p:nvGrpSpPr>
          <p:grpSpPr>
            <a:xfrm>
              <a:off x="393718" y="1977952"/>
              <a:ext cx="873579" cy="944061"/>
              <a:chOff x="7468200" y="1563840"/>
              <a:chExt cx="316800" cy="342360"/>
            </a:xfrm>
          </p:grpSpPr>
          <p:sp>
            <p:nvSpPr>
              <p:cNvPr id="36" name="Google Shape;700;p50">
                <a:extLst>
                  <a:ext uri="{FF2B5EF4-FFF2-40B4-BE49-F238E27FC236}">
                    <a16:creationId xmlns:a16="http://schemas.microsoft.com/office/drawing/2014/main" id="{4C203CB7-A066-4626-BC86-7A83E15F5359}"/>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701;p50">
                <a:extLst>
                  <a:ext uri="{FF2B5EF4-FFF2-40B4-BE49-F238E27FC236}">
                    <a16:creationId xmlns:a16="http://schemas.microsoft.com/office/drawing/2014/main" id="{FF6F243B-BD82-4DBB-B6EA-9A636C1C7ED0}"/>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702;p50">
                <a:extLst>
                  <a:ext uri="{FF2B5EF4-FFF2-40B4-BE49-F238E27FC236}">
                    <a16:creationId xmlns:a16="http://schemas.microsoft.com/office/drawing/2014/main" id="{A3F1E5B9-20C0-4451-8612-4DFDA6654844}"/>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4" name="Google Shape;582;p50">
              <a:extLst>
                <a:ext uri="{FF2B5EF4-FFF2-40B4-BE49-F238E27FC236}">
                  <a16:creationId xmlns:a16="http://schemas.microsoft.com/office/drawing/2014/main" id="{397806BB-4F9C-41E0-A16F-500EFAE5E08C}"/>
                </a:ext>
              </a:extLst>
            </p:cNvPr>
            <p:cNvGrpSpPr/>
            <p:nvPr/>
          </p:nvGrpSpPr>
          <p:grpSpPr>
            <a:xfrm>
              <a:off x="1416032" y="2595193"/>
              <a:ext cx="873579" cy="873579"/>
              <a:chOff x="5981400" y="2658960"/>
              <a:chExt cx="342720" cy="342720"/>
            </a:xfrm>
          </p:grpSpPr>
          <p:sp>
            <p:nvSpPr>
              <p:cNvPr id="33" name="Google Shape;583;p50">
                <a:extLst>
                  <a:ext uri="{FF2B5EF4-FFF2-40B4-BE49-F238E27FC236}">
                    <a16:creationId xmlns:a16="http://schemas.microsoft.com/office/drawing/2014/main" id="{AEA1D5B5-C1C8-4E58-9253-418C0E18065E}"/>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4" name="Google Shape;584;p50">
                <a:extLst>
                  <a:ext uri="{FF2B5EF4-FFF2-40B4-BE49-F238E27FC236}">
                    <a16:creationId xmlns:a16="http://schemas.microsoft.com/office/drawing/2014/main" id="{6E1C3EFC-EF84-4EE3-B429-240CA11C00B4}"/>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5" name="Google Shape;585;p50">
                <a:extLst>
                  <a:ext uri="{FF2B5EF4-FFF2-40B4-BE49-F238E27FC236}">
                    <a16:creationId xmlns:a16="http://schemas.microsoft.com/office/drawing/2014/main" id="{E0656054-0716-4FCB-8F96-63778B19E7DA}"/>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5" name="Google Shape;599;p50">
              <a:extLst>
                <a:ext uri="{FF2B5EF4-FFF2-40B4-BE49-F238E27FC236}">
                  <a16:creationId xmlns:a16="http://schemas.microsoft.com/office/drawing/2014/main" id="{4EBD8AF9-8D1F-4D86-9360-C2227FC2CE1A}"/>
                </a:ext>
              </a:extLst>
            </p:cNvPr>
            <p:cNvGrpSpPr/>
            <p:nvPr/>
          </p:nvGrpSpPr>
          <p:grpSpPr>
            <a:xfrm>
              <a:off x="406623" y="3198922"/>
              <a:ext cx="873579" cy="876344"/>
              <a:chOff x="3016440" y="2658600"/>
              <a:chExt cx="341280" cy="342360"/>
            </a:xfrm>
          </p:grpSpPr>
          <p:sp>
            <p:nvSpPr>
              <p:cNvPr id="29" name="Google Shape;600;p50">
                <a:extLst>
                  <a:ext uri="{FF2B5EF4-FFF2-40B4-BE49-F238E27FC236}">
                    <a16:creationId xmlns:a16="http://schemas.microsoft.com/office/drawing/2014/main" id="{1B368812-5004-4BEE-8A6C-F95DE26AF8B4}"/>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601;p50">
                <a:extLst>
                  <a:ext uri="{FF2B5EF4-FFF2-40B4-BE49-F238E27FC236}">
                    <a16:creationId xmlns:a16="http://schemas.microsoft.com/office/drawing/2014/main" id="{5E510597-8C64-45C4-AEEA-AACD188D1527}"/>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602;p50">
                <a:extLst>
                  <a:ext uri="{FF2B5EF4-FFF2-40B4-BE49-F238E27FC236}">
                    <a16:creationId xmlns:a16="http://schemas.microsoft.com/office/drawing/2014/main" id="{5F1BA4E9-B460-4A4A-A434-AAEF188E77AA}"/>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603;p50">
                <a:extLst>
                  <a:ext uri="{FF2B5EF4-FFF2-40B4-BE49-F238E27FC236}">
                    <a16:creationId xmlns:a16="http://schemas.microsoft.com/office/drawing/2014/main" id="{29D79C2A-5FAF-4FAE-BC5C-D24E3BD0409E}"/>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726;p50">
              <a:extLst>
                <a:ext uri="{FF2B5EF4-FFF2-40B4-BE49-F238E27FC236}">
                  <a16:creationId xmlns:a16="http://schemas.microsoft.com/office/drawing/2014/main" id="{4B780DDB-42EE-40B0-97DC-2B1170F0EBFE}"/>
                </a:ext>
              </a:extLst>
            </p:cNvPr>
            <p:cNvGrpSpPr/>
            <p:nvPr/>
          </p:nvGrpSpPr>
          <p:grpSpPr>
            <a:xfrm>
              <a:off x="1527936" y="1933584"/>
              <a:ext cx="378111" cy="376923"/>
              <a:chOff x="4495680" y="1564200"/>
              <a:chExt cx="343800" cy="342720"/>
            </a:xfrm>
          </p:grpSpPr>
          <p:sp>
            <p:nvSpPr>
              <p:cNvPr id="21" name="Google Shape;727;p50">
                <a:extLst>
                  <a:ext uri="{FF2B5EF4-FFF2-40B4-BE49-F238E27FC236}">
                    <a16:creationId xmlns:a16="http://schemas.microsoft.com/office/drawing/2014/main" id="{0F6D3892-F6A2-48B5-860B-4E8A749049B0}"/>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728;p50">
                <a:extLst>
                  <a:ext uri="{FF2B5EF4-FFF2-40B4-BE49-F238E27FC236}">
                    <a16:creationId xmlns:a16="http://schemas.microsoft.com/office/drawing/2014/main" id="{9D64043E-07BE-489C-8ABF-9A18D5B651D8}"/>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729;p50">
                <a:extLst>
                  <a:ext uri="{FF2B5EF4-FFF2-40B4-BE49-F238E27FC236}">
                    <a16:creationId xmlns:a16="http://schemas.microsoft.com/office/drawing/2014/main" id="{A9877327-CA25-45B7-893E-C81AE712365E}"/>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730;p50">
                <a:extLst>
                  <a:ext uri="{FF2B5EF4-FFF2-40B4-BE49-F238E27FC236}">
                    <a16:creationId xmlns:a16="http://schemas.microsoft.com/office/drawing/2014/main" id="{29899470-C770-4BCE-92E4-DB3C4CB6A41B}"/>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731;p50">
                <a:extLst>
                  <a:ext uri="{FF2B5EF4-FFF2-40B4-BE49-F238E27FC236}">
                    <a16:creationId xmlns:a16="http://schemas.microsoft.com/office/drawing/2014/main" id="{3B2F4F54-DCDC-4BBA-AD4A-546333E073B4}"/>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732;p50">
                <a:extLst>
                  <a:ext uri="{FF2B5EF4-FFF2-40B4-BE49-F238E27FC236}">
                    <a16:creationId xmlns:a16="http://schemas.microsoft.com/office/drawing/2014/main" id="{F45D1F33-11A2-4E41-B3CF-EDC0D9308298}"/>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33;p50">
                <a:extLst>
                  <a:ext uri="{FF2B5EF4-FFF2-40B4-BE49-F238E27FC236}">
                    <a16:creationId xmlns:a16="http://schemas.microsoft.com/office/drawing/2014/main" id="{671DFA8E-E872-4E02-B2C9-3B1DAEAEA432}"/>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34;p50">
                <a:extLst>
                  <a:ext uri="{FF2B5EF4-FFF2-40B4-BE49-F238E27FC236}">
                    <a16:creationId xmlns:a16="http://schemas.microsoft.com/office/drawing/2014/main" id="{3C96D35C-E357-479C-83DC-7A7C58AEF94D}"/>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7" name="Google Shape;565;p50">
              <a:extLst>
                <a:ext uri="{FF2B5EF4-FFF2-40B4-BE49-F238E27FC236}">
                  <a16:creationId xmlns:a16="http://schemas.microsoft.com/office/drawing/2014/main" id="{7CD32CC4-7E2C-42ED-A7D1-6A2885A690E8}"/>
                </a:ext>
              </a:extLst>
            </p:cNvPr>
            <p:cNvGrpSpPr/>
            <p:nvPr/>
          </p:nvGrpSpPr>
          <p:grpSpPr>
            <a:xfrm>
              <a:off x="1527936" y="3669750"/>
              <a:ext cx="281505" cy="376132"/>
              <a:chOff x="8238240" y="2658960"/>
              <a:chExt cx="255960" cy="342000"/>
            </a:xfrm>
          </p:grpSpPr>
          <p:sp>
            <p:nvSpPr>
              <p:cNvPr id="18" name="Google Shape;566;p50">
                <a:extLst>
                  <a:ext uri="{FF2B5EF4-FFF2-40B4-BE49-F238E27FC236}">
                    <a16:creationId xmlns:a16="http://schemas.microsoft.com/office/drawing/2014/main" id="{96BDCF1B-FAF3-4ECE-969D-4383F836A13B}"/>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67;p50">
                <a:extLst>
                  <a:ext uri="{FF2B5EF4-FFF2-40B4-BE49-F238E27FC236}">
                    <a16:creationId xmlns:a16="http://schemas.microsoft.com/office/drawing/2014/main" id="{D17BA05A-5944-4AB4-B0B8-5BA13CA39628}"/>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568;p50">
                <a:extLst>
                  <a:ext uri="{FF2B5EF4-FFF2-40B4-BE49-F238E27FC236}">
                    <a16:creationId xmlns:a16="http://schemas.microsoft.com/office/drawing/2014/main" id="{AB09D62E-70ED-4165-8206-535D6F036DEF}"/>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4117703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124715"/>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89" y="804472"/>
            <a:ext cx="4804975"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652588"/>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806214"/>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29" y="783920"/>
            <a:ext cx="4150740"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Ciri-Ciri Kutipan Langsung</a:t>
            </a:r>
            <a:endParaRPr sz="2200"/>
          </a:p>
        </p:txBody>
      </p:sp>
      <p:sp>
        <p:nvSpPr>
          <p:cNvPr id="43" name="Google Shape;173;p32">
            <a:extLst>
              <a:ext uri="{FF2B5EF4-FFF2-40B4-BE49-F238E27FC236}">
                <a16:creationId xmlns:a16="http://schemas.microsoft.com/office/drawing/2014/main" id="{8EE6123B-95A7-4203-8C62-24E8CE36A3CB}"/>
              </a:ext>
            </a:extLst>
          </p:cNvPr>
          <p:cNvSpPr/>
          <p:nvPr/>
        </p:nvSpPr>
        <p:spPr>
          <a:xfrm>
            <a:off x="758100" y="2983691"/>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E03E6B6B-9CF7-4169-93EF-22A8520BF1A0}"/>
              </a:ext>
            </a:extLst>
          </p:cNvPr>
          <p:cNvSpPr/>
          <p:nvPr/>
        </p:nvSpPr>
        <p:spPr>
          <a:xfrm>
            <a:off x="758100" y="2394352"/>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D3FCFC3-8428-4078-9040-92361FD4C9D0}"/>
              </a:ext>
            </a:extLst>
          </p:cNvPr>
          <p:cNvSpPr txBox="1">
            <a:spLocks/>
          </p:cNvSpPr>
          <p:nvPr/>
        </p:nvSpPr>
        <p:spPr>
          <a:xfrm>
            <a:off x="1320800" y="1794936"/>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id-ID" sz="1500">
                <a:solidFill>
                  <a:schemeClr val="tx1"/>
                </a:solidFill>
                <a:latin typeface="Lato" panose="020F0502020204030203" pitchFamily="34" charset="0"/>
                <a:ea typeface="Lato" panose="020F0502020204030203" pitchFamily="34" charset="0"/>
                <a:cs typeface="Lato" panose="020F0502020204030203" pitchFamily="34" charset="0"/>
              </a:rPr>
              <a:t>Tidak mengalami suatu perubahan kalimat dari sumber asal.</a:t>
            </a:r>
          </a:p>
        </p:txBody>
      </p:sp>
      <p:sp>
        <p:nvSpPr>
          <p:cNvPr id="46" name="Google Shape;173;p32">
            <a:extLst>
              <a:ext uri="{FF2B5EF4-FFF2-40B4-BE49-F238E27FC236}">
                <a16:creationId xmlns:a16="http://schemas.microsoft.com/office/drawing/2014/main" id="{2E6D4731-B1EF-4449-B890-36786E236DD3}"/>
              </a:ext>
            </a:extLst>
          </p:cNvPr>
          <p:cNvSpPr/>
          <p:nvPr/>
        </p:nvSpPr>
        <p:spPr>
          <a:xfrm>
            <a:off x="758100" y="180501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174;p32">
            <a:extLst>
              <a:ext uri="{FF2B5EF4-FFF2-40B4-BE49-F238E27FC236}">
                <a16:creationId xmlns:a16="http://schemas.microsoft.com/office/drawing/2014/main" id="{82403CA0-C924-474A-B711-CB9C60CE8D50}"/>
              </a:ext>
            </a:extLst>
          </p:cNvPr>
          <p:cNvSpPr/>
          <p:nvPr/>
        </p:nvSpPr>
        <p:spPr>
          <a:xfrm>
            <a:off x="758100" y="357776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186;p32">
            <a:extLst>
              <a:ext uri="{FF2B5EF4-FFF2-40B4-BE49-F238E27FC236}">
                <a16:creationId xmlns:a16="http://schemas.microsoft.com/office/drawing/2014/main" id="{CB641B32-58C7-48DC-8CF0-AEDB3D95DCB2}"/>
              </a:ext>
            </a:extLst>
          </p:cNvPr>
          <p:cNvSpPr txBox="1">
            <a:spLocks/>
          </p:cNvSpPr>
          <p:nvPr/>
        </p:nvSpPr>
        <p:spPr>
          <a:xfrm>
            <a:off x="1337732" y="2294464"/>
            <a:ext cx="7484533"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Jika pada kalimat tersebut ada bagian yang dihilangkan maka digunakan tanda titik tiga berspasi […]</a:t>
            </a:r>
          </a:p>
        </p:txBody>
      </p:sp>
      <p:sp>
        <p:nvSpPr>
          <p:cNvPr id="49" name="Google Shape;186;p32">
            <a:extLst>
              <a:ext uri="{FF2B5EF4-FFF2-40B4-BE49-F238E27FC236}">
                <a16:creationId xmlns:a16="http://schemas.microsoft.com/office/drawing/2014/main" id="{D13588A9-779D-4E27-83B9-CCCC45A9BF4F}"/>
              </a:ext>
            </a:extLst>
          </p:cNvPr>
          <p:cNvSpPr txBox="1">
            <a:spLocks/>
          </p:cNvSpPr>
          <p:nvPr/>
        </p:nvSpPr>
        <p:spPr>
          <a:xfrm>
            <a:off x="1354394" y="2878663"/>
            <a:ext cx="7290072"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Apabila terdapat kesalahan pada kalimat sumber, maka digunakan simbol [sic!]. Misalnya…. Hal itu mempunyai makna atau [sic!] yang tidak jelas.</a:t>
            </a:r>
          </a:p>
        </p:txBody>
      </p:sp>
      <p:sp>
        <p:nvSpPr>
          <p:cNvPr id="50" name="Google Shape;186;p32">
            <a:extLst>
              <a:ext uri="{FF2B5EF4-FFF2-40B4-BE49-F238E27FC236}">
                <a16:creationId xmlns:a16="http://schemas.microsoft.com/office/drawing/2014/main" id="{BA391490-01E8-412F-A12E-520FB3BF6776}"/>
              </a:ext>
            </a:extLst>
          </p:cNvPr>
          <p:cNvSpPr txBox="1">
            <a:spLocks/>
          </p:cNvSpPr>
          <p:nvPr/>
        </p:nvSpPr>
        <p:spPr>
          <a:xfrm>
            <a:off x="1371328" y="3493097"/>
            <a:ext cx="7273138" cy="42362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Menggunakan syarat sistem APA, MLA, ataupun lainnya untuk menambahkan sumber kutipan.</a:t>
            </a:r>
          </a:p>
        </p:txBody>
      </p:sp>
      <p:sp>
        <p:nvSpPr>
          <p:cNvPr id="51" name="Google Shape;186;p32">
            <a:extLst>
              <a:ext uri="{FF2B5EF4-FFF2-40B4-BE49-F238E27FC236}">
                <a16:creationId xmlns:a16="http://schemas.microsoft.com/office/drawing/2014/main" id="{6DAB24F7-1CFC-4618-AE8B-C8A04B95774C}"/>
              </a:ext>
            </a:extLst>
          </p:cNvPr>
          <p:cNvSpPr txBox="1">
            <a:spLocks/>
          </p:cNvSpPr>
          <p:nvPr/>
        </p:nvSpPr>
        <p:spPr>
          <a:xfrm>
            <a:off x="758100" y="1785851"/>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2" name="Google Shape;186;p32">
            <a:extLst>
              <a:ext uri="{FF2B5EF4-FFF2-40B4-BE49-F238E27FC236}">
                <a16:creationId xmlns:a16="http://schemas.microsoft.com/office/drawing/2014/main" id="{829C57A0-0DA1-4C8F-AC9A-5F09F64D6E18}"/>
              </a:ext>
            </a:extLst>
          </p:cNvPr>
          <p:cNvSpPr txBox="1">
            <a:spLocks/>
          </p:cNvSpPr>
          <p:nvPr/>
        </p:nvSpPr>
        <p:spPr>
          <a:xfrm>
            <a:off x="741772" y="2389401"/>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3" name="Google Shape;186;p32">
            <a:extLst>
              <a:ext uri="{FF2B5EF4-FFF2-40B4-BE49-F238E27FC236}">
                <a16:creationId xmlns:a16="http://schemas.microsoft.com/office/drawing/2014/main" id="{A69EC357-5253-4F9C-A581-9DAA65C4F16E}"/>
              </a:ext>
            </a:extLst>
          </p:cNvPr>
          <p:cNvSpPr txBox="1">
            <a:spLocks/>
          </p:cNvSpPr>
          <p:nvPr/>
        </p:nvSpPr>
        <p:spPr>
          <a:xfrm>
            <a:off x="741772" y="2967875"/>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4" name="Google Shape;186;p32">
            <a:extLst>
              <a:ext uri="{FF2B5EF4-FFF2-40B4-BE49-F238E27FC236}">
                <a16:creationId xmlns:a16="http://schemas.microsoft.com/office/drawing/2014/main" id="{64C4892D-D5DC-4DA0-AFF5-0A7819F446B3}"/>
              </a:ext>
            </a:extLst>
          </p:cNvPr>
          <p:cNvSpPr txBox="1">
            <a:spLocks/>
          </p:cNvSpPr>
          <p:nvPr/>
        </p:nvSpPr>
        <p:spPr>
          <a:xfrm>
            <a:off x="733608" y="3555823"/>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spTree>
    <p:extLst>
      <p:ext uri="{BB962C8B-B14F-4D97-AF65-F5344CB8AC3E}">
        <p14:creationId xmlns:p14="http://schemas.microsoft.com/office/powerpoint/2010/main" val="4224993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124715"/>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89" y="804472"/>
            <a:ext cx="5835918"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652588"/>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806214"/>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29" y="783920"/>
            <a:ext cx="3873416"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Jenis Kutipan Langsung</a:t>
            </a:r>
            <a:endParaRPr sz="2200"/>
          </a:p>
        </p:txBody>
      </p:sp>
      <p:sp>
        <p:nvSpPr>
          <p:cNvPr id="26" name="Google Shape;266;p37">
            <a:extLst>
              <a:ext uri="{FF2B5EF4-FFF2-40B4-BE49-F238E27FC236}">
                <a16:creationId xmlns:a16="http://schemas.microsoft.com/office/drawing/2014/main" id="{B63FC331-F0C0-4F9F-A168-6FC3553722C7}"/>
              </a:ext>
            </a:extLst>
          </p:cNvPr>
          <p:cNvSpPr txBox="1">
            <a:spLocks noGrp="1"/>
          </p:cNvSpPr>
          <p:nvPr>
            <p:ph type="subTitle" idx="1"/>
          </p:nvPr>
        </p:nvSpPr>
        <p:spPr>
          <a:xfrm>
            <a:off x="552946" y="2052284"/>
            <a:ext cx="8038107" cy="279390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sv-SE" sz="1300"/>
              <a:t>Kutipan langsung panjang atau biasa disebut dengan </a:t>
            </a:r>
            <a:r>
              <a:rPr lang="sv-SE" sz="1300" b="1"/>
              <a:t>Blockquote</a:t>
            </a:r>
            <a:r>
              <a:rPr lang="sv-SE" sz="1300"/>
              <a:t> adalah jenis kutipan yang paling sering digunakan dalam berbagai karya ilmiah. </a:t>
            </a:r>
            <a:endParaRPr lang="id-ID" sz="1300"/>
          </a:p>
          <a:p>
            <a:pPr marL="0" lvl="0" indent="0" algn="just" rtl="0">
              <a:spcBef>
                <a:spcPts val="0"/>
              </a:spcBef>
              <a:spcAft>
                <a:spcPts val="0"/>
              </a:spcAft>
              <a:buNone/>
            </a:pPr>
            <a:endParaRPr lang="id-ID" sz="1300"/>
          </a:p>
          <a:p>
            <a:pPr marL="0" lvl="0" indent="0" algn="just" rtl="0">
              <a:spcBef>
                <a:spcPts val="0"/>
              </a:spcBef>
              <a:spcAft>
                <a:spcPts val="0"/>
              </a:spcAft>
              <a:buNone/>
            </a:pPr>
            <a:r>
              <a:rPr lang="sv-SE" sz="1300"/>
              <a:t>Beberapa </a:t>
            </a:r>
            <a:r>
              <a:rPr lang="sv-SE" sz="1300" b="1"/>
              <a:t>syarat yang harus diperhatikan </a:t>
            </a:r>
            <a:r>
              <a:rPr lang="sv-SE" sz="1300"/>
              <a:t>dalam menulis kutipan langsung panjang, sebagai berikut:</a:t>
            </a:r>
          </a:p>
          <a:p>
            <a:pPr marL="0" lvl="0" indent="0" algn="just" rtl="0">
              <a:spcBef>
                <a:spcPts val="0"/>
              </a:spcBef>
              <a:spcAft>
                <a:spcPts val="0"/>
              </a:spcAft>
              <a:buNone/>
            </a:pPr>
            <a:endParaRPr lang="sv-SE" sz="1300"/>
          </a:p>
          <a:p>
            <a:pPr marL="285750" lvl="0" indent="-285750" algn="just" rtl="0">
              <a:spcBef>
                <a:spcPts val="0"/>
              </a:spcBef>
              <a:spcAft>
                <a:spcPts val="0"/>
              </a:spcAft>
              <a:buFont typeface="Arial" panose="020B0604020202020204" pitchFamily="34" charset="0"/>
              <a:buChar char="•"/>
            </a:pPr>
            <a:r>
              <a:rPr lang="sv-SE" sz="1300"/>
              <a:t>American Psychological Association atau biasa disingkat dengan APA Style menyatakan bahwa kutipan langsung panjang harus melebihi 40 kata.</a:t>
            </a:r>
          </a:p>
          <a:p>
            <a:pPr marL="0" lvl="0" indent="0" algn="just" rtl="0">
              <a:spcBef>
                <a:spcPts val="0"/>
              </a:spcBef>
              <a:spcAft>
                <a:spcPts val="0"/>
              </a:spcAft>
              <a:buNone/>
            </a:pPr>
            <a:endParaRPr lang="sv-SE" sz="1300"/>
          </a:p>
          <a:p>
            <a:pPr marL="285750" lvl="0" indent="-285750" algn="just" rtl="0">
              <a:spcBef>
                <a:spcPts val="0"/>
              </a:spcBef>
              <a:spcAft>
                <a:spcPts val="0"/>
              </a:spcAft>
              <a:buFont typeface="Arial" panose="020B0604020202020204" pitchFamily="34" charset="0"/>
              <a:buChar char="•"/>
            </a:pPr>
            <a:r>
              <a:rPr lang="sv-SE" sz="1300"/>
              <a:t>Modern Language Association atau dapat disingkat menjadi MLA Style memberikan syarat bahwa kutipan langsung panjang harus melebihi 4 baris.</a:t>
            </a:r>
          </a:p>
          <a:p>
            <a:pPr marL="0" lvl="0" indent="0" algn="just" rtl="0">
              <a:spcBef>
                <a:spcPts val="0"/>
              </a:spcBef>
              <a:spcAft>
                <a:spcPts val="0"/>
              </a:spcAft>
              <a:buNone/>
            </a:pPr>
            <a:endParaRPr lang="sv-SE" sz="1300"/>
          </a:p>
          <a:p>
            <a:pPr marL="285750" lvl="0" indent="-285750" algn="just" rtl="0">
              <a:spcBef>
                <a:spcPts val="0"/>
              </a:spcBef>
              <a:spcAft>
                <a:spcPts val="0"/>
              </a:spcAft>
              <a:buFont typeface="Arial" panose="020B0604020202020204" pitchFamily="34" charset="0"/>
              <a:buChar char="•"/>
            </a:pPr>
            <a:r>
              <a:rPr lang="sv-SE" sz="1300"/>
              <a:t>Apabila seorang penulis membuat kutipan dari sumber bacaan hingga lebih dari 4 baris, maka kalimat yang telah dibuat kutipan dapat diketik pada baris atau paragraf berikutnya</a:t>
            </a:r>
            <a:endParaRPr lang="en-US" sz="1300"/>
          </a:p>
        </p:txBody>
      </p:sp>
      <p:sp>
        <p:nvSpPr>
          <p:cNvPr id="27" name="Google Shape;270;p37">
            <a:extLst>
              <a:ext uri="{FF2B5EF4-FFF2-40B4-BE49-F238E27FC236}">
                <a16:creationId xmlns:a16="http://schemas.microsoft.com/office/drawing/2014/main" id="{98C399B3-E268-4E74-B6AC-D925F0351617}"/>
              </a:ext>
            </a:extLst>
          </p:cNvPr>
          <p:cNvSpPr txBox="1">
            <a:spLocks/>
          </p:cNvSpPr>
          <p:nvPr/>
        </p:nvSpPr>
        <p:spPr>
          <a:xfrm>
            <a:off x="590325" y="1637371"/>
            <a:ext cx="6580495" cy="355934"/>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A. Kutipan Langsung Panjang</a:t>
            </a:r>
            <a:endParaRPr lang="en-US" sz="1500"/>
          </a:p>
        </p:txBody>
      </p:sp>
    </p:spTree>
    <p:extLst>
      <p:ext uri="{BB962C8B-B14F-4D97-AF65-F5344CB8AC3E}">
        <p14:creationId xmlns:p14="http://schemas.microsoft.com/office/powerpoint/2010/main" val="2622920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124715"/>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89" y="804472"/>
            <a:ext cx="5835918"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652588"/>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806214"/>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29" y="783920"/>
            <a:ext cx="3873416"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Jenis Kutipan Langsung</a:t>
            </a:r>
            <a:endParaRPr sz="2200"/>
          </a:p>
        </p:txBody>
      </p:sp>
      <p:sp>
        <p:nvSpPr>
          <p:cNvPr id="26" name="Google Shape;266;p37">
            <a:extLst>
              <a:ext uri="{FF2B5EF4-FFF2-40B4-BE49-F238E27FC236}">
                <a16:creationId xmlns:a16="http://schemas.microsoft.com/office/drawing/2014/main" id="{B63FC331-F0C0-4F9F-A168-6FC3553722C7}"/>
              </a:ext>
            </a:extLst>
          </p:cNvPr>
          <p:cNvSpPr txBox="1">
            <a:spLocks noGrp="1"/>
          </p:cNvSpPr>
          <p:nvPr>
            <p:ph type="subTitle" idx="1"/>
          </p:nvPr>
        </p:nvSpPr>
        <p:spPr>
          <a:xfrm>
            <a:off x="581821" y="2052284"/>
            <a:ext cx="8038107" cy="279390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id-ID" sz="1300" b="1"/>
              <a:t>C</a:t>
            </a:r>
            <a:r>
              <a:rPr lang="sv-SE" sz="1300" b="1"/>
              <a:t>iri-ciri kutipan langsung panjang</a:t>
            </a:r>
            <a:r>
              <a:rPr lang="sv-SE" sz="1300"/>
              <a:t>, yaitu:</a:t>
            </a:r>
          </a:p>
          <a:p>
            <a:pPr marL="0" lvl="0" indent="0" algn="just" rtl="0">
              <a:spcBef>
                <a:spcPts val="0"/>
              </a:spcBef>
              <a:spcAft>
                <a:spcPts val="0"/>
              </a:spcAft>
              <a:buNone/>
            </a:pPr>
            <a:endParaRPr lang="sv-SE" sz="1300"/>
          </a:p>
          <a:p>
            <a:pPr marL="285750" lvl="0" indent="-285750" algn="just" rtl="0">
              <a:spcBef>
                <a:spcPts val="0"/>
              </a:spcBef>
              <a:spcAft>
                <a:spcPts val="0"/>
              </a:spcAft>
              <a:buFont typeface="Arial" panose="020B0604020202020204" pitchFamily="34" charset="0"/>
              <a:buChar char="•"/>
            </a:pPr>
            <a:r>
              <a:rPr lang="sv-SE" sz="1300"/>
              <a:t>Teks memakai spasi atau jarak pada antar baris lebih dipisahkan dari teks</a:t>
            </a:r>
          </a:p>
          <a:p>
            <a:pPr marL="0" lvl="0" indent="0" algn="just" rtl="0">
              <a:spcBef>
                <a:spcPts val="0"/>
              </a:spcBef>
              <a:spcAft>
                <a:spcPts val="0"/>
              </a:spcAft>
              <a:buNone/>
            </a:pPr>
            <a:endParaRPr lang="sv-SE" sz="1300"/>
          </a:p>
          <a:p>
            <a:pPr marL="285750" lvl="0" indent="-285750" algn="just" rtl="0">
              <a:spcBef>
                <a:spcPts val="0"/>
              </a:spcBef>
              <a:spcAft>
                <a:spcPts val="0"/>
              </a:spcAft>
              <a:buFont typeface="Arial" panose="020B0604020202020204" pitchFamily="34" charset="0"/>
              <a:buChar char="•"/>
            </a:pPr>
            <a:r>
              <a:rPr lang="sv-SE" sz="1300"/>
              <a:t>Teks dapat diberikan jarak yang rapat antara baris pada kutipan.</a:t>
            </a:r>
          </a:p>
          <a:p>
            <a:pPr marL="0" lvl="0" indent="0" algn="just" rtl="0">
              <a:spcBef>
                <a:spcPts val="0"/>
              </a:spcBef>
              <a:spcAft>
                <a:spcPts val="0"/>
              </a:spcAft>
              <a:buNone/>
            </a:pPr>
            <a:endParaRPr lang="sv-SE" sz="1300"/>
          </a:p>
          <a:p>
            <a:pPr marL="285750" lvl="0" indent="-285750" algn="just" rtl="0">
              <a:spcBef>
                <a:spcPts val="0"/>
              </a:spcBef>
              <a:spcAft>
                <a:spcPts val="0"/>
              </a:spcAft>
              <a:buFont typeface="Arial" panose="020B0604020202020204" pitchFamily="34" charset="0"/>
              <a:buChar char="•"/>
            </a:pPr>
            <a:r>
              <a:rPr lang="sv-SE" sz="1300"/>
              <a:t>Teks dapat diapit dengan menggunakan tanda kutip, tetapi boleh juga tidak diapit tanda kutip.</a:t>
            </a:r>
            <a:endParaRPr lang="en-US" sz="1300"/>
          </a:p>
        </p:txBody>
      </p:sp>
      <p:sp>
        <p:nvSpPr>
          <p:cNvPr id="27" name="Google Shape;270;p37">
            <a:extLst>
              <a:ext uri="{FF2B5EF4-FFF2-40B4-BE49-F238E27FC236}">
                <a16:creationId xmlns:a16="http://schemas.microsoft.com/office/drawing/2014/main" id="{98C399B3-E268-4E74-B6AC-D925F0351617}"/>
              </a:ext>
            </a:extLst>
          </p:cNvPr>
          <p:cNvSpPr txBox="1">
            <a:spLocks/>
          </p:cNvSpPr>
          <p:nvPr/>
        </p:nvSpPr>
        <p:spPr>
          <a:xfrm>
            <a:off x="590325" y="1637371"/>
            <a:ext cx="6580495" cy="355934"/>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A. Kutipan Langsung Panjang</a:t>
            </a:r>
            <a:endParaRPr lang="en-US" sz="1500"/>
          </a:p>
        </p:txBody>
      </p:sp>
    </p:spTree>
    <p:extLst>
      <p:ext uri="{BB962C8B-B14F-4D97-AF65-F5344CB8AC3E}">
        <p14:creationId xmlns:p14="http://schemas.microsoft.com/office/powerpoint/2010/main" val="2190965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124715"/>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89" y="804472"/>
            <a:ext cx="5835918"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652588"/>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806214"/>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29" y="783920"/>
            <a:ext cx="3873416"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Jenis Kutipan Langsung</a:t>
            </a:r>
            <a:endParaRPr sz="2200"/>
          </a:p>
        </p:txBody>
      </p:sp>
      <p:sp>
        <p:nvSpPr>
          <p:cNvPr id="26" name="Google Shape;266;p37">
            <a:extLst>
              <a:ext uri="{FF2B5EF4-FFF2-40B4-BE49-F238E27FC236}">
                <a16:creationId xmlns:a16="http://schemas.microsoft.com/office/drawing/2014/main" id="{B63FC331-F0C0-4F9F-A168-6FC3553722C7}"/>
              </a:ext>
            </a:extLst>
          </p:cNvPr>
          <p:cNvSpPr txBox="1">
            <a:spLocks noGrp="1"/>
          </p:cNvSpPr>
          <p:nvPr>
            <p:ph type="subTitle" idx="1"/>
          </p:nvPr>
        </p:nvSpPr>
        <p:spPr>
          <a:xfrm>
            <a:off x="601071" y="2033034"/>
            <a:ext cx="8038107" cy="279390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sv-SE" sz="1300"/>
              <a:t>Kutipan langsung pendek dapat dipahami sebagai kalimat yang dikutip dari sumber bacaan dengan jumlah tidak lebih dari 4 baris. Pada kutipan langsung pendek, kata yang dimasukkan dalam kutipan menjadi bagian atau kelanjutan tubuh dari tulisan penulis.</a:t>
            </a:r>
            <a:r>
              <a:rPr lang="id-ID" sz="1300"/>
              <a:t> </a:t>
            </a:r>
            <a:r>
              <a:rPr lang="sv-SE" sz="1300"/>
              <a:t>Berbeda dengan kalimat langsung panjang yang harus menjadi paragraf baru, pada kutipan langsung pendek tidak perlu menjadi paragraf baru, cukup dengan disertai dengan tanda koma dua di bagian atas sebelum dan sesudah kalimat. Sementara itu, sumber kutipan dapat diketik dekat dengan kalimat yang dikutip tersebut.</a:t>
            </a:r>
            <a:endParaRPr lang="id-ID" sz="1300"/>
          </a:p>
          <a:p>
            <a:pPr marL="0" lvl="0" indent="0" algn="just" rtl="0">
              <a:spcBef>
                <a:spcPts val="0"/>
              </a:spcBef>
              <a:spcAft>
                <a:spcPts val="0"/>
              </a:spcAft>
              <a:buNone/>
            </a:pPr>
            <a:endParaRPr lang="id-ID" sz="1300"/>
          </a:p>
          <a:p>
            <a:pPr marL="0" lvl="0" indent="0" algn="just" rtl="0">
              <a:spcBef>
                <a:spcPts val="0"/>
              </a:spcBef>
              <a:spcAft>
                <a:spcPts val="0"/>
              </a:spcAft>
              <a:buNone/>
            </a:pPr>
            <a:r>
              <a:rPr lang="id-ID" sz="1300" b="1"/>
              <a:t>C</a:t>
            </a:r>
            <a:r>
              <a:rPr lang="en-US" sz="1300" b="1"/>
              <a:t>iri-ciri dari kutipan langsung pendek</a:t>
            </a:r>
            <a:r>
              <a:rPr lang="en-US" sz="1300"/>
              <a:t>:</a:t>
            </a:r>
          </a:p>
          <a:p>
            <a:pPr marL="0" lvl="0" indent="0" algn="just" rtl="0">
              <a:spcBef>
                <a:spcPts val="0"/>
              </a:spcBef>
              <a:spcAft>
                <a:spcPts val="0"/>
              </a:spcAft>
              <a:buNone/>
            </a:pPr>
            <a:endParaRPr lang="en-US" sz="1300"/>
          </a:p>
          <a:p>
            <a:pPr marL="0" lvl="0" indent="0" algn="just" rtl="0">
              <a:spcBef>
                <a:spcPts val="0"/>
              </a:spcBef>
              <a:spcAft>
                <a:spcPts val="0"/>
              </a:spcAft>
              <a:buNone/>
            </a:pPr>
            <a:r>
              <a:rPr lang="en-US" sz="1300"/>
              <a:t>– Terkendali langsung dengan teks</a:t>
            </a:r>
          </a:p>
          <a:p>
            <a:pPr marL="0" lvl="0" indent="0" algn="just" rtl="0">
              <a:spcBef>
                <a:spcPts val="0"/>
              </a:spcBef>
              <a:spcAft>
                <a:spcPts val="0"/>
              </a:spcAft>
              <a:buNone/>
            </a:pPr>
            <a:endParaRPr lang="en-US" sz="1300"/>
          </a:p>
          <a:p>
            <a:pPr marL="0" lvl="0" indent="0" algn="just" rtl="0">
              <a:spcBef>
                <a:spcPts val="0"/>
              </a:spcBef>
              <a:spcAft>
                <a:spcPts val="0"/>
              </a:spcAft>
              <a:buNone/>
            </a:pPr>
            <a:r>
              <a:rPr lang="en-US" sz="1300"/>
              <a:t>– Jarak antara baris sama dengan teks</a:t>
            </a:r>
          </a:p>
          <a:p>
            <a:pPr marL="0" lvl="0" indent="0" algn="just" rtl="0">
              <a:spcBef>
                <a:spcPts val="0"/>
              </a:spcBef>
              <a:spcAft>
                <a:spcPts val="0"/>
              </a:spcAft>
              <a:buNone/>
            </a:pPr>
            <a:endParaRPr lang="en-US" sz="1300"/>
          </a:p>
          <a:p>
            <a:pPr marL="0" lvl="0" indent="0" algn="just" rtl="0">
              <a:spcBef>
                <a:spcPts val="0"/>
              </a:spcBef>
              <a:spcAft>
                <a:spcPts val="0"/>
              </a:spcAft>
              <a:buNone/>
            </a:pPr>
            <a:r>
              <a:rPr lang="en-US" sz="1300"/>
              <a:t>– Diapit dengan tanda 2 koma atau kutip</a:t>
            </a:r>
          </a:p>
          <a:p>
            <a:pPr marL="0" lvl="0" indent="0" algn="just" rtl="0">
              <a:spcBef>
                <a:spcPts val="0"/>
              </a:spcBef>
              <a:spcAft>
                <a:spcPts val="0"/>
              </a:spcAft>
              <a:buNone/>
            </a:pPr>
            <a:endParaRPr lang="en-US" sz="1300"/>
          </a:p>
          <a:p>
            <a:pPr marL="0" lvl="0" indent="0" algn="just" rtl="0">
              <a:spcBef>
                <a:spcPts val="0"/>
              </a:spcBef>
              <a:spcAft>
                <a:spcPts val="0"/>
              </a:spcAft>
              <a:buNone/>
            </a:pPr>
            <a:r>
              <a:rPr lang="en-US" sz="1300"/>
              <a:t>– Kutipan tidak melebihi empat baris</a:t>
            </a:r>
          </a:p>
        </p:txBody>
      </p:sp>
      <p:sp>
        <p:nvSpPr>
          <p:cNvPr id="27" name="Google Shape;270;p37">
            <a:extLst>
              <a:ext uri="{FF2B5EF4-FFF2-40B4-BE49-F238E27FC236}">
                <a16:creationId xmlns:a16="http://schemas.microsoft.com/office/drawing/2014/main" id="{98C399B3-E268-4E74-B6AC-D925F0351617}"/>
              </a:ext>
            </a:extLst>
          </p:cNvPr>
          <p:cNvSpPr txBox="1">
            <a:spLocks/>
          </p:cNvSpPr>
          <p:nvPr/>
        </p:nvSpPr>
        <p:spPr>
          <a:xfrm>
            <a:off x="590325" y="1637371"/>
            <a:ext cx="6580495" cy="355934"/>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B. Kutipan Langsung Pendek</a:t>
            </a:r>
            <a:endParaRPr lang="en-US" sz="1500"/>
          </a:p>
        </p:txBody>
      </p:sp>
    </p:spTree>
    <p:extLst>
      <p:ext uri="{BB962C8B-B14F-4D97-AF65-F5344CB8AC3E}">
        <p14:creationId xmlns:p14="http://schemas.microsoft.com/office/powerpoint/2010/main" val="547627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124715"/>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88" y="804472"/>
            <a:ext cx="6343011"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652588"/>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806214"/>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28" y="783920"/>
            <a:ext cx="4369171"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Contoh Kutipan Langsung</a:t>
            </a:r>
            <a:endParaRPr sz="2200"/>
          </a:p>
        </p:txBody>
      </p:sp>
      <p:sp>
        <p:nvSpPr>
          <p:cNvPr id="26" name="Google Shape;266;p37">
            <a:extLst>
              <a:ext uri="{FF2B5EF4-FFF2-40B4-BE49-F238E27FC236}">
                <a16:creationId xmlns:a16="http://schemas.microsoft.com/office/drawing/2014/main" id="{B63FC331-F0C0-4F9F-A168-6FC3553722C7}"/>
              </a:ext>
            </a:extLst>
          </p:cNvPr>
          <p:cNvSpPr txBox="1">
            <a:spLocks noGrp="1"/>
          </p:cNvSpPr>
          <p:nvPr>
            <p:ph type="subTitle" idx="1"/>
          </p:nvPr>
        </p:nvSpPr>
        <p:spPr>
          <a:xfrm>
            <a:off x="543721" y="1607784"/>
            <a:ext cx="8038107" cy="3421416"/>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id-ID" sz="1300"/>
              <a:t>Menurut Sukawarsini Djelantik, tujuan dari diplomasi adalah untuk mencapai kepentingan nasional negara, sehingga diplomat akan saling tukar menukar informasi secara terus menerus dengan negara lain atau rakyat di negara lain (Djelantik, 2012: 14).</a:t>
            </a:r>
          </a:p>
          <a:p>
            <a:pPr marL="0" lvl="0" indent="0" algn="just" rtl="0">
              <a:spcBef>
                <a:spcPts val="0"/>
              </a:spcBef>
              <a:spcAft>
                <a:spcPts val="0"/>
              </a:spcAft>
            </a:pPr>
            <a:endParaRPr lang="id-ID" sz="1300"/>
          </a:p>
          <a:p>
            <a:pPr marL="285750" lvl="0" indent="-285750" algn="just" rtl="0">
              <a:spcBef>
                <a:spcPts val="0"/>
              </a:spcBef>
              <a:spcAft>
                <a:spcPts val="0"/>
              </a:spcAft>
              <a:buFont typeface="Arial" panose="020B0604020202020204" pitchFamily="34" charset="0"/>
              <a:buChar char="•"/>
            </a:pPr>
            <a:r>
              <a:rPr lang="id-ID" sz="1300"/>
              <a:t>Argumentasi adalah suatu bentuk retorika yang berusaha untuk mempengaruhi sikap dan pendapat orang lain, agar mereka itu percaya dan akhirnya bertindak sesuai dengan apa yang diinginkan oleh penulis atau pembicara (Keraf, 1983: 3).</a:t>
            </a:r>
          </a:p>
          <a:p>
            <a:pPr marL="0" lvl="0" indent="0" algn="just" rtl="0">
              <a:spcBef>
                <a:spcPts val="0"/>
              </a:spcBef>
              <a:spcAft>
                <a:spcPts val="0"/>
              </a:spcAft>
            </a:pPr>
            <a:endParaRPr lang="id-ID" sz="1300"/>
          </a:p>
          <a:p>
            <a:pPr marL="285750" lvl="0" indent="-285750" algn="just" rtl="0">
              <a:spcBef>
                <a:spcPts val="0"/>
              </a:spcBef>
              <a:spcAft>
                <a:spcPts val="0"/>
              </a:spcAft>
              <a:buFont typeface="Arial" panose="020B0604020202020204" pitchFamily="34" charset="0"/>
              <a:buChar char="•"/>
            </a:pPr>
            <a:r>
              <a:rPr lang="id-ID" sz="1300"/>
              <a:t>Menurut Gorys Keraf dalam bukunya Argumentasi dan Narasi (1983:3), argumentasi adalah suatu bentuk retorika yang berusaha untuk mempengaruhi sikap dan pendapat orang lain, agar mereka itu percaya dan akhirnya bertindak sesuai dengan apa yang diinginkan oleh penulis atau pembicara.</a:t>
            </a:r>
          </a:p>
          <a:p>
            <a:pPr marL="0" lvl="0" indent="0" algn="just" rtl="0">
              <a:spcBef>
                <a:spcPts val="0"/>
              </a:spcBef>
              <a:spcAft>
                <a:spcPts val="0"/>
              </a:spcAft>
            </a:pPr>
            <a:endParaRPr lang="id-ID" sz="1300"/>
          </a:p>
          <a:p>
            <a:pPr marL="285750" lvl="0" indent="-285750" algn="just" rtl="0">
              <a:spcBef>
                <a:spcPts val="0"/>
              </a:spcBef>
              <a:spcAft>
                <a:spcPts val="0"/>
              </a:spcAft>
              <a:buFont typeface="Arial" panose="020B0604020202020204" pitchFamily="34" charset="0"/>
              <a:buChar char="•"/>
            </a:pPr>
            <a:r>
              <a:rPr lang="id-ID" sz="1300"/>
              <a:t>Dalam artikel Stranger Next Door? Indonesian and Australia in the Asian Century, Lindsey mengatakan bahwa konflik yang terjadi antar Indonesia dan Australia juga ketidaktahuan masyarakat Indonesia dan Australia mengenai satu sama lain membuat hubungan antar kedua negara menjadi semakin buruk.</a:t>
            </a:r>
          </a:p>
        </p:txBody>
      </p:sp>
    </p:spTree>
    <p:extLst>
      <p:ext uri="{BB962C8B-B14F-4D97-AF65-F5344CB8AC3E}">
        <p14:creationId xmlns:p14="http://schemas.microsoft.com/office/powerpoint/2010/main" val="1257249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012621" y="2856450"/>
            <a:ext cx="5418154" cy="16266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id-ID"/>
              <a:t>Kutipan Tidak Langsung</a:t>
            </a:r>
            <a:endParaRP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6</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57644"/>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9" name="Group 8">
            <a:extLst>
              <a:ext uri="{FF2B5EF4-FFF2-40B4-BE49-F238E27FC236}">
                <a16:creationId xmlns:a16="http://schemas.microsoft.com/office/drawing/2014/main" id="{8A6F8712-8E2A-4AA8-AE51-75358B47DA50}"/>
              </a:ext>
            </a:extLst>
          </p:cNvPr>
          <p:cNvGrpSpPr/>
          <p:nvPr/>
        </p:nvGrpSpPr>
        <p:grpSpPr>
          <a:xfrm>
            <a:off x="393718" y="1933584"/>
            <a:ext cx="1895893" cy="2141682"/>
            <a:chOff x="393718" y="1933584"/>
            <a:chExt cx="1895893" cy="2141682"/>
          </a:xfrm>
        </p:grpSpPr>
        <p:grpSp>
          <p:nvGrpSpPr>
            <p:cNvPr id="13" name="Google Shape;699;p50">
              <a:extLst>
                <a:ext uri="{FF2B5EF4-FFF2-40B4-BE49-F238E27FC236}">
                  <a16:creationId xmlns:a16="http://schemas.microsoft.com/office/drawing/2014/main" id="{2C5B3CCF-D49B-4713-A2B7-C61CA8A0B884}"/>
                </a:ext>
              </a:extLst>
            </p:cNvPr>
            <p:cNvGrpSpPr/>
            <p:nvPr/>
          </p:nvGrpSpPr>
          <p:grpSpPr>
            <a:xfrm>
              <a:off x="393718" y="1977952"/>
              <a:ext cx="873579" cy="944061"/>
              <a:chOff x="7468200" y="1563840"/>
              <a:chExt cx="316800" cy="342360"/>
            </a:xfrm>
          </p:grpSpPr>
          <p:sp>
            <p:nvSpPr>
              <p:cNvPr id="36" name="Google Shape;700;p50">
                <a:extLst>
                  <a:ext uri="{FF2B5EF4-FFF2-40B4-BE49-F238E27FC236}">
                    <a16:creationId xmlns:a16="http://schemas.microsoft.com/office/drawing/2014/main" id="{1B787CC4-83EA-4D03-A79E-CDFC3F0557E5}"/>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701;p50">
                <a:extLst>
                  <a:ext uri="{FF2B5EF4-FFF2-40B4-BE49-F238E27FC236}">
                    <a16:creationId xmlns:a16="http://schemas.microsoft.com/office/drawing/2014/main" id="{A346C08E-CDD4-4348-B229-91E090BC834A}"/>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702;p50">
                <a:extLst>
                  <a:ext uri="{FF2B5EF4-FFF2-40B4-BE49-F238E27FC236}">
                    <a16:creationId xmlns:a16="http://schemas.microsoft.com/office/drawing/2014/main" id="{5053168B-FCB4-4F9D-A245-124DDDB3B6EE}"/>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4" name="Google Shape;582;p50">
              <a:extLst>
                <a:ext uri="{FF2B5EF4-FFF2-40B4-BE49-F238E27FC236}">
                  <a16:creationId xmlns:a16="http://schemas.microsoft.com/office/drawing/2014/main" id="{9872A47B-0D3B-4CCE-9ABF-EA71E2405241}"/>
                </a:ext>
              </a:extLst>
            </p:cNvPr>
            <p:cNvGrpSpPr/>
            <p:nvPr/>
          </p:nvGrpSpPr>
          <p:grpSpPr>
            <a:xfrm>
              <a:off x="1416032" y="2595193"/>
              <a:ext cx="873579" cy="873579"/>
              <a:chOff x="5981400" y="2658960"/>
              <a:chExt cx="342720" cy="342720"/>
            </a:xfrm>
          </p:grpSpPr>
          <p:sp>
            <p:nvSpPr>
              <p:cNvPr id="33" name="Google Shape;583;p50">
                <a:extLst>
                  <a:ext uri="{FF2B5EF4-FFF2-40B4-BE49-F238E27FC236}">
                    <a16:creationId xmlns:a16="http://schemas.microsoft.com/office/drawing/2014/main" id="{52FA0FC2-C0F0-4F61-B0B0-67F92B5B158D}"/>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4" name="Google Shape;584;p50">
                <a:extLst>
                  <a:ext uri="{FF2B5EF4-FFF2-40B4-BE49-F238E27FC236}">
                    <a16:creationId xmlns:a16="http://schemas.microsoft.com/office/drawing/2014/main" id="{2EC56BE5-B93B-4D54-951E-1AF3FF55D41E}"/>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5" name="Google Shape;585;p50">
                <a:extLst>
                  <a:ext uri="{FF2B5EF4-FFF2-40B4-BE49-F238E27FC236}">
                    <a16:creationId xmlns:a16="http://schemas.microsoft.com/office/drawing/2014/main" id="{39FAE2D9-BC46-4B8D-BA46-F4381B565262}"/>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5" name="Google Shape;599;p50">
              <a:extLst>
                <a:ext uri="{FF2B5EF4-FFF2-40B4-BE49-F238E27FC236}">
                  <a16:creationId xmlns:a16="http://schemas.microsoft.com/office/drawing/2014/main" id="{1D0436EC-D9E4-48BB-8BBC-858303E48191}"/>
                </a:ext>
              </a:extLst>
            </p:cNvPr>
            <p:cNvGrpSpPr/>
            <p:nvPr/>
          </p:nvGrpSpPr>
          <p:grpSpPr>
            <a:xfrm>
              <a:off x="406623" y="3198922"/>
              <a:ext cx="873579" cy="876344"/>
              <a:chOff x="3016440" y="2658600"/>
              <a:chExt cx="341280" cy="342360"/>
            </a:xfrm>
          </p:grpSpPr>
          <p:sp>
            <p:nvSpPr>
              <p:cNvPr id="29" name="Google Shape;600;p50">
                <a:extLst>
                  <a:ext uri="{FF2B5EF4-FFF2-40B4-BE49-F238E27FC236}">
                    <a16:creationId xmlns:a16="http://schemas.microsoft.com/office/drawing/2014/main" id="{709EEBC2-DF8D-4285-8A6F-C0191B2054A9}"/>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601;p50">
                <a:extLst>
                  <a:ext uri="{FF2B5EF4-FFF2-40B4-BE49-F238E27FC236}">
                    <a16:creationId xmlns:a16="http://schemas.microsoft.com/office/drawing/2014/main" id="{BFC6D6D0-B3F1-4204-AF7E-43465B1FB962}"/>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602;p50">
                <a:extLst>
                  <a:ext uri="{FF2B5EF4-FFF2-40B4-BE49-F238E27FC236}">
                    <a16:creationId xmlns:a16="http://schemas.microsoft.com/office/drawing/2014/main" id="{AF519CAB-FA22-4C64-B4E5-07511416D556}"/>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603;p50">
                <a:extLst>
                  <a:ext uri="{FF2B5EF4-FFF2-40B4-BE49-F238E27FC236}">
                    <a16:creationId xmlns:a16="http://schemas.microsoft.com/office/drawing/2014/main" id="{DC0D8D13-2E40-4513-8FDB-2B0B6D2E8046}"/>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726;p50">
              <a:extLst>
                <a:ext uri="{FF2B5EF4-FFF2-40B4-BE49-F238E27FC236}">
                  <a16:creationId xmlns:a16="http://schemas.microsoft.com/office/drawing/2014/main" id="{A8AE5E01-1336-4649-AE67-2A046BCA263B}"/>
                </a:ext>
              </a:extLst>
            </p:cNvPr>
            <p:cNvGrpSpPr/>
            <p:nvPr/>
          </p:nvGrpSpPr>
          <p:grpSpPr>
            <a:xfrm>
              <a:off x="1527936" y="1933584"/>
              <a:ext cx="378111" cy="376923"/>
              <a:chOff x="4495680" y="1564200"/>
              <a:chExt cx="343800" cy="342720"/>
            </a:xfrm>
          </p:grpSpPr>
          <p:sp>
            <p:nvSpPr>
              <p:cNvPr id="21" name="Google Shape;727;p50">
                <a:extLst>
                  <a:ext uri="{FF2B5EF4-FFF2-40B4-BE49-F238E27FC236}">
                    <a16:creationId xmlns:a16="http://schemas.microsoft.com/office/drawing/2014/main" id="{34041CCB-5F7F-43E6-854D-10ECF1977F15}"/>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728;p50">
                <a:extLst>
                  <a:ext uri="{FF2B5EF4-FFF2-40B4-BE49-F238E27FC236}">
                    <a16:creationId xmlns:a16="http://schemas.microsoft.com/office/drawing/2014/main" id="{F654BC35-9E7D-4E41-88BB-66A436DAEDD7}"/>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729;p50">
                <a:extLst>
                  <a:ext uri="{FF2B5EF4-FFF2-40B4-BE49-F238E27FC236}">
                    <a16:creationId xmlns:a16="http://schemas.microsoft.com/office/drawing/2014/main" id="{270187A2-1458-4446-897C-C5DE7DCE8EEF}"/>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730;p50">
                <a:extLst>
                  <a:ext uri="{FF2B5EF4-FFF2-40B4-BE49-F238E27FC236}">
                    <a16:creationId xmlns:a16="http://schemas.microsoft.com/office/drawing/2014/main" id="{8F010575-E210-44FB-8B8C-68AFEC39F413}"/>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731;p50">
                <a:extLst>
                  <a:ext uri="{FF2B5EF4-FFF2-40B4-BE49-F238E27FC236}">
                    <a16:creationId xmlns:a16="http://schemas.microsoft.com/office/drawing/2014/main" id="{CDE331DE-32BE-4764-B2D9-A19D39311CBC}"/>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732;p50">
                <a:extLst>
                  <a:ext uri="{FF2B5EF4-FFF2-40B4-BE49-F238E27FC236}">
                    <a16:creationId xmlns:a16="http://schemas.microsoft.com/office/drawing/2014/main" id="{32B61DF0-EDFA-41FC-9F9A-36C93FCC71EB}"/>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33;p50">
                <a:extLst>
                  <a:ext uri="{FF2B5EF4-FFF2-40B4-BE49-F238E27FC236}">
                    <a16:creationId xmlns:a16="http://schemas.microsoft.com/office/drawing/2014/main" id="{8FE36329-C24E-454B-A3BC-8F0A482C1944}"/>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34;p50">
                <a:extLst>
                  <a:ext uri="{FF2B5EF4-FFF2-40B4-BE49-F238E27FC236}">
                    <a16:creationId xmlns:a16="http://schemas.microsoft.com/office/drawing/2014/main" id="{76BD220A-A9BA-457C-A17E-AE20033B71A9}"/>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7" name="Google Shape;565;p50">
              <a:extLst>
                <a:ext uri="{FF2B5EF4-FFF2-40B4-BE49-F238E27FC236}">
                  <a16:creationId xmlns:a16="http://schemas.microsoft.com/office/drawing/2014/main" id="{0B6BAA47-2D8B-421A-B1DA-141474FCFD0E}"/>
                </a:ext>
              </a:extLst>
            </p:cNvPr>
            <p:cNvGrpSpPr/>
            <p:nvPr/>
          </p:nvGrpSpPr>
          <p:grpSpPr>
            <a:xfrm>
              <a:off x="1527936" y="3669750"/>
              <a:ext cx="281505" cy="376132"/>
              <a:chOff x="8238240" y="2658960"/>
              <a:chExt cx="255960" cy="342000"/>
            </a:xfrm>
          </p:grpSpPr>
          <p:sp>
            <p:nvSpPr>
              <p:cNvPr id="18" name="Google Shape;566;p50">
                <a:extLst>
                  <a:ext uri="{FF2B5EF4-FFF2-40B4-BE49-F238E27FC236}">
                    <a16:creationId xmlns:a16="http://schemas.microsoft.com/office/drawing/2014/main" id="{BF07FEBB-D91F-44E2-8A58-FB8EEAB87B7F}"/>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67;p50">
                <a:extLst>
                  <a:ext uri="{FF2B5EF4-FFF2-40B4-BE49-F238E27FC236}">
                    <a16:creationId xmlns:a16="http://schemas.microsoft.com/office/drawing/2014/main" id="{8E353240-FFD8-4A36-B7C5-7AB85EABC4A8}"/>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568;p50">
                <a:extLst>
                  <a:ext uri="{FF2B5EF4-FFF2-40B4-BE49-F238E27FC236}">
                    <a16:creationId xmlns:a16="http://schemas.microsoft.com/office/drawing/2014/main" id="{807C2B8A-BEA4-4E96-9031-FD07D5C37E84}"/>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47536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grpSp>
        <p:nvGrpSpPr>
          <p:cNvPr id="19" name="Group 18">
            <a:extLst>
              <a:ext uri="{FF2B5EF4-FFF2-40B4-BE49-F238E27FC236}">
                <a16:creationId xmlns:a16="http://schemas.microsoft.com/office/drawing/2014/main" id="{4DFDDD3E-6D04-4F44-AFA9-3AF45C2E1507}"/>
              </a:ext>
            </a:extLst>
          </p:cNvPr>
          <p:cNvGrpSpPr/>
          <p:nvPr/>
        </p:nvGrpSpPr>
        <p:grpSpPr>
          <a:xfrm>
            <a:off x="5345364" y="124715"/>
            <a:ext cx="3633112" cy="618237"/>
            <a:chOff x="5345364" y="124715"/>
            <a:chExt cx="3633112" cy="618237"/>
          </a:xfrm>
        </p:grpSpPr>
        <p:pic>
          <p:nvPicPr>
            <p:cNvPr id="20" name="Picture 2" descr="Politeknik Negeri Indramayu - Wikipedia bahasa Indonesia ...">
              <a:extLst>
                <a:ext uri="{FF2B5EF4-FFF2-40B4-BE49-F238E27FC236}">
                  <a16:creationId xmlns:a16="http://schemas.microsoft.com/office/drawing/2014/main" id="{F6D3AD92-83A4-4EA1-A08D-763D0B9CC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54;p30">
              <a:extLst>
                <a:ext uri="{FF2B5EF4-FFF2-40B4-BE49-F238E27FC236}">
                  <a16:creationId xmlns:a16="http://schemas.microsoft.com/office/drawing/2014/main" id="{5BC07FAC-D257-49BB-B811-946137AB530F}"/>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33" name="Google Shape;1086;p57">
            <a:extLst>
              <a:ext uri="{FF2B5EF4-FFF2-40B4-BE49-F238E27FC236}">
                <a16:creationId xmlns:a16="http://schemas.microsoft.com/office/drawing/2014/main" id="{D71BE0E2-715A-42B3-9CFA-85057C4ADD3C}"/>
              </a:ext>
            </a:extLst>
          </p:cNvPr>
          <p:cNvGrpSpPr/>
          <p:nvPr/>
        </p:nvGrpSpPr>
        <p:grpSpPr>
          <a:xfrm>
            <a:off x="507733" y="857402"/>
            <a:ext cx="5876738"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34" name="Google Shape;1087;p57">
              <a:extLst>
                <a:ext uri="{FF2B5EF4-FFF2-40B4-BE49-F238E27FC236}">
                  <a16:creationId xmlns:a16="http://schemas.microsoft.com/office/drawing/2014/main" id="{59CFE653-92DA-4162-803F-00C5C992C2CA}"/>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88;p57">
              <a:extLst>
                <a:ext uri="{FF2B5EF4-FFF2-40B4-BE49-F238E27FC236}">
                  <a16:creationId xmlns:a16="http://schemas.microsoft.com/office/drawing/2014/main" id="{673CD37C-436B-4932-A318-81EB3F41D674}"/>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89;p57">
              <a:extLst>
                <a:ext uri="{FF2B5EF4-FFF2-40B4-BE49-F238E27FC236}">
                  <a16:creationId xmlns:a16="http://schemas.microsoft.com/office/drawing/2014/main" id="{65140B9B-9F8E-41BA-9EB8-39EC4D9E6B76}"/>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90;p57">
              <a:extLst>
                <a:ext uri="{FF2B5EF4-FFF2-40B4-BE49-F238E27FC236}">
                  <a16:creationId xmlns:a16="http://schemas.microsoft.com/office/drawing/2014/main" id="{960B50AB-A620-483B-B196-5D4EE5DFF8FC}"/>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233;p36">
            <a:extLst>
              <a:ext uri="{FF2B5EF4-FFF2-40B4-BE49-F238E27FC236}">
                <a16:creationId xmlns:a16="http://schemas.microsoft.com/office/drawing/2014/main" id="{236F6829-3443-4AFC-8A22-991F2B6D3B24}"/>
              </a:ext>
            </a:extLst>
          </p:cNvPr>
          <p:cNvSpPr/>
          <p:nvPr/>
        </p:nvSpPr>
        <p:spPr>
          <a:xfrm>
            <a:off x="340023" y="705519"/>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6" name="Google Shape;211;p35">
            <a:extLst>
              <a:ext uri="{FF2B5EF4-FFF2-40B4-BE49-F238E27FC236}">
                <a16:creationId xmlns:a16="http://schemas.microsoft.com/office/drawing/2014/main" id="{975C07BA-51BB-4F34-9995-F2DD8D827A00}"/>
              </a:ext>
            </a:extLst>
          </p:cNvPr>
          <p:cNvSpPr txBox="1">
            <a:spLocks noGrp="1"/>
          </p:cNvSpPr>
          <p:nvPr>
            <p:ph type="title"/>
          </p:nvPr>
        </p:nvSpPr>
        <p:spPr>
          <a:xfrm>
            <a:off x="826990" y="835995"/>
            <a:ext cx="5639656" cy="499872"/>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Ciri-Ciri Kutipan Tidak Langsung</a:t>
            </a:r>
            <a:endParaRPr sz="2200"/>
          </a:p>
        </p:txBody>
      </p:sp>
      <p:grpSp>
        <p:nvGrpSpPr>
          <p:cNvPr id="47" name="Google Shape;256;p36">
            <a:extLst>
              <a:ext uri="{FF2B5EF4-FFF2-40B4-BE49-F238E27FC236}">
                <a16:creationId xmlns:a16="http://schemas.microsoft.com/office/drawing/2014/main" id="{C9DB19B2-4CE3-4EF3-97BF-CD443387838A}"/>
              </a:ext>
            </a:extLst>
          </p:cNvPr>
          <p:cNvGrpSpPr/>
          <p:nvPr/>
        </p:nvGrpSpPr>
        <p:grpSpPr>
          <a:xfrm>
            <a:off x="113614" y="856393"/>
            <a:ext cx="385236" cy="505323"/>
            <a:chOff x="5276160" y="2658600"/>
            <a:chExt cx="261000" cy="342360"/>
          </a:xfrm>
        </p:grpSpPr>
        <p:sp>
          <p:nvSpPr>
            <p:cNvPr id="48" name="Google Shape;257;p36">
              <a:extLst>
                <a:ext uri="{FF2B5EF4-FFF2-40B4-BE49-F238E27FC236}">
                  <a16:creationId xmlns:a16="http://schemas.microsoft.com/office/drawing/2014/main" id="{4CA14308-E2D1-459C-92CB-52CA1C9EDF3E}"/>
                </a:ext>
              </a:extLst>
            </p:cNvPr>
            <p:cNvSpPr/>
            <p:nvPr/>
          </p:nvSpPr>
          <p:spPr>
            <a:xfrm>
              <a:off x="5335920" y="2907360"/>
              <a:ext cx="33840" cy="33480"/>
            </a:xfrm>
            <a:custGeom>
              <a:avLst/>
              <a:gdLst/>
              <a:ahLst/>
              <a:cxnLst/>
              <a:rect l="l" t="t" r="r" b="b"/>
              <a:pathLst>
                <a:path w="94" h="93" extrusionOk="0">
                  <a:moveTo>
                    <a:pt x="94" y="46"/>
                  </a:moveTo>
                  <a:cubicBezTo>
                    <a:pt x="94" y="55"/>
                    <a:pt x="91" y="63"/>
                    <a:pt x="87" y="70"/>
                  </a:cubicBezTo>
                  <a:cubicBezTo>
                    <a:pt x="83" y="77"/>
                    <a:pt x="77" y="83"/>
                    <a:pt x="70" y="87"/>
                  </a:cubicBezTo>
                  <a:cubicBezTo>
                    <a:pt x="63" y="91"/>
                    <a:pt x="55" y="93"/>
                    <a:pt x="47" y="93"/>
                  </a:cubicBezTo>
                  <a:cubicBezTo>
                    <a:pt x="39" y="93"/>
                    <a:pt x="31" y="91"/>
                    <a:pt x="24" y="87"/>
                  </a:cubicBezTo>
                  <a:cubicBezTo>
                    <a:pt x="17" y="83"/>
                    <a:pt x="11" y="77"/>
                    <a:pt x="7" y="70"/>
                  </a:cubicBezTo>
                  <a:cubicBezTo>
                    <a:pt x="3" y="63"/>
                    <a:pt x="0" y="55"/>
                    <a:pt x="0" y="46"/>
                  </a:cubicBezTo>
                  <a:cubicBezTo>
                    <a:pt x="0" y="38"/>
                    <a:pt x="3" y="30"/>
                    <a:pt x="7" y="23"/>
                  </a:cubicBezTo>
                  <a:cubicBezTo>
                    <a:pt x="11" y="16"/>
                    <a:pt x="17" y="10"/>
                    <a:pt x="24" y="6"/>
                  </a:cubicBezTo>
                  <a:cubicBezTo>
                    <a:pt x="31" y="2"/>
                    <a:pt x="39" y="0"/>
                    <a:pt x="47" y="0"/>
                  </a:cubicBezTo>
                  <a:cubicBezTo>
                    <a:pt x="55" y="0"/>
                    <a:pt x="63" y="2"/>
                    <a:pt x="70" y="6"/>
                  </a:cubicBezTo>
                  <a:cubicBezTo>
                    <a:pt x="77" y="10"/>
                    <a:pt x="83" y="16"/>
                    <a:pt x="87" y="23"/>
                  </a:cubicBezTo>
                  <a:cubicBezTo>
                    <a:pt x="91" y="30"/>
                    <a:pt x="94" y="38"/>
                    <a:pt x="94" y="4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 name="Google Shape;258;p36">
              <a:extLst>
                <a:ext uri="{FF2B5EF4-FFF2-40B4-BE49-F238E27FC236}">
                  <a16:creationId xmlns:a16="http://schemas.microsoft.com/office/drawing/2014/main" id="{A0A9D1A6-9417-492F-979A-25CF58F8B384}"/>
                </a:ext>
              </a:extLst>
            </p:cNvPr>
            <p:cNvSpPr/>
            <p:nvPr/>
          </p:nvSpPr>
          <p:spPr>
            <a:xfrm>
              <a:off x="5276160" y="2678760"/>
              <a:ext cx="261000" cy="322200"/>
            </a:xfrm>
            <a:custGeom>
              <a:avLst/>
              <a:gdLst/>
              <a:ahLst/>
              <a:cxnLst/>
              <a:rect l="l" t="t" r="r" b="b"/>
              <a:pathLst>
                <a:path w="725" h="895" extrusionOk="0">
                  <a:moveTo>
                    <a:pt x="695" y="30"/>
                  </a:moveTo>
                  <a:cubicBezTo>
                    <a:pt x="689" y="23"/>
                    <a:pt x="682" y="18"/>
                    <a:pt x="674" y="13"/>
                  </a:cubicBezTo>
                  <a:cubicBezTo>
                    <a:pt x="659" y="4"/>
                    <a:pt x="641" y="0"/>
                    <a:pt x="623" y="0"/>
                  </a:cubicBezTo>
                  <a:lnTo>
                    <a:pt x="623" y="0"/>
                  </a:lnTo>
                  <a:lnTo>
                    <a:pt x="605" y="0"/>
                  </a:lnTo>
                  <a:lnTo>
                    <a:pt x="605" y="37"/>
                  </a:lnTo>
                  <a:cubicBezTo>
                    <a:pt x="605" y="50"/>
                    <a:pt x="602" y="62"/>
                    <a:pt x="595" y="74"/>
                  </a:cubicBezTo>
                  <a:cubicBezTo>
                    <a:pt x="589" y="85"/>
                    <a:pt x="579" y="95"/>
                    <a:pt x="567" y="101"/>
                  </a:cubicBezTo>
                  <a:cubicBezTo>
                    <a:pt x="556" y="108"/>
                    <a:pt x="543" y="111"/>
                    <a:pt x="530" y="111"/>
                  </a:cubicBezTo>
                  <a:lnTo>
                    <a:pt x="195" y="111"/>
                  </a:lnTo>
                  <a:cubicBezTo>
                    <a:pt x="182" y="111"/>
                    <a:pt x="169" y="107"/>
                    <a:pt x="158" y="101"/>
                  </a:cubicBezTo>
                  <a:cubicBezTo>
                    <a:pt x="147" y="94"/>
                    <a:pt x="138" y="85"/>
                    <a:pt x="131" y="74"/>
                  </a:cubicBezTo>
                  <a:cubicBezTo>
                    <a:pt x="125" y="62"/>
                    <a:pt x="121" y="50"/>
                    <a:pt x="121" y="37"/>
                  </a:cubicBezTo>
                  <a:lnTo>
                    <a:pt x="121" y="0"/>
                  </a:lnTo>
                  <a:lnTo>
                    <a:pt x="102" y="0"/>
                  </a:lnTo>
                  <a:cubicBezTo>
                    <a:pt x="84" y="0"/>
                    <a:pt x="67" y="5"/>
                    <a:pt x="51" y="14"/>
                  </a:cubicBezTo>
                  <a:cubicBezTo>
                    <a:pt x="35" y="23"/>
                    <a:pt x="22" y="35"/>
                    <a:pt x="13" y="51"/>
                  </a:cubicBezTo>
                  <a:cubicBezTo>
                    <a:pt x="5" y="66"/>
                    <a:pt x="0" y="84"/>
                    <a:pt x="0" y="102"/>
                  </a:cubicBezTo>
                  <a:lnTo>
                    <a:pt x="0" y="793"/>
                  </a:lnTo>
                  <a:cubicBezTo>
                    <a:pt x="0" y="811"/>
                    <a:pt x="5" y="829"/>
                    <a:pt x="14" y="844"/>
                  </a:cubicBezTo>
                  <a:cubicBezTo>
                    <a:pt x="18" y="852"/>
                    <a:pt x="24" y="859"/>
                    <a:pt x="30" y="865"/>
                  </a:cubicBezTo>
                  <a:cubicBezTo>
                    <a:pt x="36" y="872"/>
                    <a:pt x="43" y="877"/>
                    <a:pt x="51" y="882"/>
                  </a:cubicBezTo>
                  <a:cubicBezTo>
                    <a:pt x="67" y="891"/>
                    <a:pt x="84" y="895"/>
                    <a:pt x="102" y="895"/>
                  </a:cubicBezTo>
                  <a:lnTo>
                    <a:pt x="102" y="895"/>
                  </a:lnTo>
                  <a:lnTo>
                    <a:pt x="623" y="895"/>
                  </a:lnTo>
                  <a:cubicBezTo>
                    <a:pt x="641" y="895"/>
                    <a:pt x="659" y="891"/>
                    <a:pt x="674" y="882"/>
                  </a:cubicBezTo>
                  <a:cubicBezTo>
                    <a:pt x="690" y="873"/>
                    <a:pt x="703" y="860"/>
                    <a:pt x="712" y="844"/>
                  </a:cubicBezTo>
                  <a:cubicBezTo>
                    <a:pt x="721" y="829"/>
                    <a:pt x="725" y="811"/>
                    <a:pt x="725" y="793"/>
                  </a:cubicBezTo>
                  <a:lnTo>
                    <a:pt x="725" y="102"/>
                  </a:lnTo>
                  <a:cubicBezTo>
                    <a:pt x="725" y="84"/>
                    <a:pt x="721" y="67"/>
                    <a:pt x="712" y="51"/>
                  </a:cubicBezTo>
                  <a:cubicBezTo>
                    <a:pt x="707" y="43"/>
                    <a:pt x="702" y="36"/>
                    <a:pt x="695" y="30"/>
                  </a:cubicBezTo>
                  <a:moveTo>
                    <a:pt x="162" y="770"/>
                  </a:moveTo>
                  <a:cubicBezTo>
                    <a:pt x="147" y="761"/>
                    <a:pt x="133" y="749"/>
                    <a:pt x="124" y="733"/>
                  </a:cubicBezTo>
                  <a:cubicBezTo>
                    <a:pt x="115" y="718"/>
                    <a:pt x="110" y="699"/>
                    <a:pt x="110" y="681"/>
                  </a:cubicBezTo>
                  <a:cubicBezTo>
                    <a:pt x="110" y="663"/>
                    <a:pt x="115" y="646"/>
                    <a:pt x="124" y="630"/>
                  </a:cubicBezTo>
                  <a:cubicBezTo>
                    <a:pt x="133" y="615"/>
                    <a:pt x="147" y="602"/>
                    <a:pt x="162" y="593"/>
                  </a:cubicBezTo>
                  <a:cubicBezTo>
                    <a:pt x="178" y="584"/>
                    <a:pt x="195" y="579"/>
                    <a:pt x="213" y="579"/>
                  </a:cubicBezTo>
                  <a:cubicBezTo>
                    <a:pt x="231" y="579"/>
                    <a:pt x="249" y="584"/>
                    <a:pt x="264" y="593"/>
                  </a:cubicBezTo>
                  <a:cubicBezTo>
                    <a:pt x="280" y="602"/>
                    <a:pt x="292" y="615"/>
                    <a:pt x="301" y="630"/>
                  </a:cubicBezTo>
                  <a:cubicBezTo>
                    <a:pt x="310" y="646"/>
                    <a:pt x="315" y="663"/>
                    <a:pt x="315" y="681"/>
                  </a:cubicBezTo>
                  <a:cubicBezTo>
                    <a:pt x="315" y="699"/>
                    <a:pt x="310" y="718"/>
                    <a:pt x="301" y="733"/>
                  </a:cubicBezTo>
                  <a:cubicBezTo>
                    <a:pt x="292" y="749"/>
                    <a:pt x="280" y="761"/>
                    <a:pt x="264" y="770"/>
                  </a:cubicBezTo>
                  <a:cubicBezTo>
                    <a:pt x="249" y="779"/>
                    <a:pt x="231" y="784"/>
                    <a:pt x="213" y="784"/>
                  </a:cubicBezTo>
                  <a:cubicBezTo>
                    <a:pt x="195" y="784"/>
                    <a:pt x="178" y="779"/>
                    <a:pt x="162" y="770"/>
                  </a:cubicBezTo>
                  <a:moveTo>
                    <a:pt x="539" y="756"/>
                  </a:moveTo>
                  <a:cubicBezTo>
                    <a:pt x="539" y="760"/>
                    <a:pt x="537" y="764"/>
                    <a:pt x="535" y="767"/>
                  </a:cubicBezTo>
                  <a:cubicBezTo>
                    <a:pt x="533" y="772"/>
                    <a:pt x="529" y="776"/>
                    <a:pt x="525" y="778"/>
                  </a:cubicBezTo>
                  <a:cubicBezTo>
                    <a:pt x="521" y="781"/>
                    <a:pt x="516" y="781"/>
                    <a:pt x="511" y="781"/>
                  </a:cubicBezTo>
                  <a:cubicBezTo>
                    <a:pt x="506" y="781"/>
                    <a:pt x="501" y="781"/>
                    <a:pt x="497" y="778"/>
                  </a:cubicBezTo>
                  <a:cubicBezTo>
                    <a:pt x="493" y="776"/>
                    <a:pt x="489" y="772"/>
                    <a:pt x="487" y="767"/>
                  </a:cubicBezTo>
                  <a:cubicBezTo>
                    <a:pt x="485" y="764"/>
                    <a:pt x="483" y="760"/>
                    <a:pt x="483" y="756"/>
                  </a:cubicBezTo>
                  <a:lnTo>
                    <a:pt x="483" y="647"/>
                  </a:lnTo>
                  <a:lnTo>
                    <a:pt x="483" y="646"/>
                  </a:lnTo>
                  <a:cubicBezTo>
                    <a:pt x="483" y="631"/>
                    <a:pt x="480" y="617"/>
                    <a:pt x="472" y="604"/>
                  </a:cubicBezTo>
                  <a:cubicBezTo>
                    <a:pt x="465" y="591"/>
                    <a:pt x="454" y="581"/>
                    <a:pt x="441" y="573"/>
                  </a:cubicBezTo>
                  <a:cubicBezTo>
                    <a:pt x="438" y="571"/>
                    <a:pt x="434" y="570"/>
                    <a:pt x="430" y="568"/>
                  </a:cubicBezTo>
                  <a:lnTo>
                    <a:pt x="268" y="506"/>
                  </a:lnTo>
                  <a:cubicBezTo>
                    <a:pt x="261" y="504"/>
                    <a:pt x="255" y="501"/>
                    <a:pt x="248" y="497"/>
                  </a:cubicBezTo>
                  <a:cubicBezTo>
                    <a:pt x="227" y="485"/>
                    <a:pt x="209" y="467"/>
                    <a:pt x="197" y="446"/>
                  </a:cubicBezTo>
                  <a:cubicBezTo>
                    <a:pt x="185" y="425"/>
                    <a:pt x="178" y="402"/>
                    <a:pt x="178" y="377"/>
                  </a:cubicBezTo>
                  <a:lnTo>
                    <a:pt x="178" y="280"/>
                  </a:lnTo>
                  <a:lnTo>
                    <a:pt x="160" y="298"/>
                  </a:lnTo>
                  <a:cubicBezTo>
                    <a:pt x="159" y="300"/>
                    <a:pt x="157" y="301"/>
                    <a:pt x="156" y="302"/>
                  </a:cubicBezTo>
                  <a:cubicBezTo>
                    <a:pt x="151" y="304"/>
                    <a:pt x="147" y="305"/>
                    <a:pt x="142" y="305"/>
                  </a:cubicBezTo>
                  <a:cubicBezTo>
                    <a:pt x="137" y="305"/>
                    <a:pt x="133" y="304"/>
                    <a:pt x="128" y="302"/>
                  </a:cubicBezTo>
                  <a:cubicBezTo>
                    <a:pt x="124" y="299"/>
                    <a:pt x="120" y="295"/>
                    <a:pt x="117" y="291"/>
                  </a:cubicBezTo>
                  <a:cubicBezTo>
                    <a:pt x="115" y="286"/>
                    <a:pt x="114" y="282"/>
                    <a:pt x="114" y="277"/>
                  </a:cubicBezTo>
                  <a:cubicBezTo>
                    <a:pt x="114" y="272"/>
                    <a:pt x="115" y="268"/>
                    <a:pt x="117" y="263"/>
                  </a:cubicBezTo>
                  <a:cubicBezTo>
                    <a:pt x="118" y="262"/>
                    <a:pt x="119" y="260"/>
                    <a:pt x="120" y="259"/>
                  </a:cubicBezTo>
                  <a:lnTo>
                    <a:pt x="186" y="193"/>
                  </a:lnTo>
                  <a:cubicBezTo>
                    <a:pt x="188" y="192"/>
                    <a:pt x="190" y="190"/>
                    <a:pt x="192" y="189"/>
                  </a:cubicBezTo>
                  <a:cubicBezTo>
                    <a:pt x="196" y="187"/>
                    <a:pt x="201" y="185"/>
                    <a:pt x="206" y="185"/>
                  </a:cubicBezTo>
                  <a:cubicBezTo>
                    <a:pt x="211" y="185"/>
                    <a:pt x="216" y="187"/>
                    <a:pt x="220" y="189"/>
                  </a:cubicBezTo>
                  <a:cubicBezTo>
                    <a:pt x="222" y="190"/>
                    <a:pt x="224" y="192"/>
                    <a:pt x="226" y="193"/>
                  </a:cubicBezTo>
                  <a:lnTo>
                    <a:pt x="292" y="259"/>
                  </a:lnTo>
                  <a:cubicBezTo>
                    <a:pt x="293" y="261"/>
                    <a:pt x="295" y="263"/>
                    <a:pt x="296" y="265"/>
                  </a:cubicBezTo>
                  <a:cubicBezTo>
                    <a:pt x="298" y="269"/>
                    <a:pt x="300" y="274"/>
                    <a:pt x="300" y="279"/>
                  </a:cubicBezTo>
                  <a:cubicBezTo>
                    <a:pt x="300" y="284"/>
                    <a:pt x="298" y="289"/>
                    <a:pt x="296" y="293"/>
                  </a:cubicBezTo>
                  <a:cubicBezTo>
                    <a:pt x="294" y="297"/>
                    <a:pt x="290" y="301"/>
                    <a:pt x="286" y="303"/>
                  </a:cubicBezTo>
                  <a:cubicBezTo>
                    <a:pt x="282" y="306"/>
                    <a:pt x="277" y="307"/>
                    <a:pt x="272" y="307"/>
                  </a:cubicBezTo>
                  <a:cubicBezTo>
                    <a:pt x="267" y="307"/>
                    <a:pt x="262" y="306"/>
                    <a:pt x="258" y="303"/>
                  </a:cubicBezTo>
                  <a:cubicBezTo>
                    <a:pt x="256" y="302"/>
                    <a:pt x="254" y="301"/>
                    <a:pt x="252" y="299"/>
                  </a:cubicBezTo>
                  <a:lnTo>
                    <a:pt x="234" y="281"/>
                  </a:lnTo>
                  <a:lnTo>
                    <a:pt x="234" y="377"/>
                  </a:lnTo>
                  <a:lnTo>
                    <a:pt x="234" y="378"/>
                  </a:lnTo>
                  <a:cubicBezTo>
                    <a:pt x="234" y="393"/>
                    <a:pt x="238" y="406"/>
                    <a:pt x="245" y="420"/>
                  </a:cubicBezTo>
                  <a:cubicBezTo>
                    <a:pt x="253" y="433"/>
                    <a:pt x="263" y="443"/>
                    <a:pt x="276" y="450"/>
                  </a:cubicBezTo>
                  <a:cubicBezTo>
                    <a:pt x="280" y="452"/>
                    <a:pt x="283" y="454"/>
                    <a:pt x="287" y="455"/>
                  </a:cubicBezTo>
                  <a:lnTo>
                    <a:pt x="449" y="517"/>
                  </a:lnTo>
                  <a:cubicBezTo>
                    <a:pt x="456" y="520"/>
                    <a:pt x="463" y="523"/>
                    <a:pt x="469" y="527"/>
                  </a:cubicBezTo>
                  <a:cubicBezTo>
                    <a:pt x="490" y="539"/>
                    <a:pt x="508" y="557"/>
                    <a:pt x="520" y="578"/>
                  </a:cubicBezTo>
                  <a:cubicBezTo>
                    <a:pt x="532" y="599"/>
                    <a:pt x="539" y="623"/>
                    <a:pt x="539" y="647"/>
                  </a:cubicBezTo>
                  <a:lnTo>
                    <a:pt x="539" y="756"/>
                  </a:lnTo>
                  <a:moveTo>
                    <a:pt x="605" y="317"/>
                  </a:moveTo>
                  <a:cubicBezTo>
                    <a:pt x="607" y="319"/>
                    <a:pt x="608" y="321"/>
                    <a:pt x="610" y="323"/>
                  </a:cubicBezTo>
                  <a:cubicBezTo>
                    <a:pt x="612" y="327"/>
                    <a:pt x="613" y="332"/>
                    <a:pt x="613" y="337"/>
                  </a:cubicBezTo>
                  <a:cubicBezTo>
                    <a:pt x="613" y="342"/>
                    <a:pt x="613" y="346"/>
                    <a:pt x="610" y="351"/>
                  </a:cubicBezTo>
                  <a:cubicBezTo>
                    <a:pt x="608" y="355"/>
                    <a:pt x="604" y="359"/>
                    <a:pt x="599" y="361"/>
                  </a:cubicBezTo>
                  <a:cubicBezTo>
                    <a:pt x="595" y="364"/>
                    <a:pt x="590" y="365"/>
                    <a:pt x="585" y="365"/>
                  </a:cubicBezTo>
                  <a:lnTo>
                    <a:pt x="585" y="365"/>
                  </a:lnTo>
                  <a:cubicBezTo>
                    <a:pt x="580" y="365"/>
                    <a:pt x="576" y="364"/>
                    <a:pt x="572" y="361"/>
                  </a:cubicBezTo>
                  <a:cubicBezTo>
                    <a:pt x="570" y="360"/>
                    <a:pt x="568" y="359"/>
                    <a:pt x="566" y="357"/>
                  </a:cubicBezTo>
                  <a:lnTo>
                    <a:pt x="520" y="311"/>
                  </a:lnTo>
                  <a:lnTo>
                    <a:pt x="474" y="357"/>
                  </a:lnTo>
                  <a:cubicBezTo>
                    <a:pt x="472" y="358"/>
                    <a:pt x="471" y="359"/>
                    <a:pt x="469" y="360"/>
                  </a:cubicBezTo>
                  <a:cubicBezTo>
                    <a:pt x="465" y="362"/>
                    <a:pt x="460" y="364"/>
                    <a:pt x="455" y="364"/>
                  </a:cubicBezTo>
                  <a:cubicBezTo>
                    <a:pt x="451" y="364"/>
                    <a:pt x="446" y="362"/>
                    <a:pt x="441" y="360"/>
                  </a:cubicBezTo>
                  <a:cubicBezTo>
                    <a:pt x="437" y="357"/>
                    <a:pt x="434" y="354"/>
                    <a:pt x="431" y="350"/>
                  </a:cubicBezTo>
                  <a:cubicBezTo>
                    <a:pt x="429" y="345"/>
                    <a:pt x="427" y="340"/>
                    <a:pt x="427" y="336"/>
                  </a:cubicBezTo>
                  <a:cubicBezTo>
                    <a:pt x="427" y="331"/>
                    <a:pt x="429" y="326"/>
                    <a:pt x="431" y="321"/>
                  </a:cubicBezTo>
                  <a:cubicBezTo>
                    <a:pt x="432" y="320"/>
                    <a:pt x="433" y="319"/>
                    <a:pt x="434" y="317"/>
                  </a:cubicBezTo>
                  <a:lnTo>
                    <a:pt x="480" y="271"/>
                  </a:lnTo>
                  <a:lnTo>
                    <a:pt x="434" y="225"/>
                  </a:lnTo>
                  <a:cubicBezTo>
                    <a:pt x="432" y="224"/>
                    <a:pt x="431" y="222"/>
                    <a:pt x="430" y="220"/>
                  </a:cubicBezTo>
                  <a:cubicBezTo>
                    <a:pt x="427" y="215"/>
                    <a:pt x="426" y="209"/>
                    <a:pt x="426" y="205"/>
                  </a:cubicBezTo>
                  <a:cubicBezTo>
                    <a:pt x="426" y="200"/>
                    <a:pt x="427" y="196"/>
                    <a:pt x="430" y="191"/>
                  </a:cubicBezTo>
                  <a:cubicBezTo>
                    <a:pt x="431" y="189"/>
                    <a:pt x="432" y="187"/>
                    <a:pt x="434" y="186"/>
                  </a:cubicBezTo>
                  <a:cubicBezTo>
                    <a:pt x="436" y="184"/>
                    <a:pt x="438" y="183"/>
                    <a:pt x="440" y="181"/>
                  </a:cubicBezTo>
                  <a:cubicBezTo>
                    <a:pt x="444" y="179"/>
                    <a:pt x="449" y="178"/>
                    <a:pt x="454" y="178"/>
                  </a:cubicBezTo>
                  <a:cubicBezTo>
                    <a:pt x="459" y="178"/>
                    <a:pt x="464" y="179"/>
                    <a:pt x="468" y="181"/>
                  </a:cubicBezTo>
                  <a:cubicBezTo>
                    <a:pt x="470" y="183"/>
                    <a:pt x="472" y="184"/>
                    <a:pt x="474" y="186"/>
                  </a:cubicBezTo>
                  <a:lnTo>
                    <a:pt x="520" y="232"/>
                  </a:lnTo>
                  <a:lnTo>
                    <a:pt x="566" y="186"/>
                  </a:lnTo>
                  <a:cubicBezTo>
                    <a:pt x="568" y="184"/>
                    <a:pt x="570" y="183"/>
                    <a:pt x="572" y="181"/>
                  </a:cubicBezTo>
                  <a:cubicBezTo>
                    <a:pt x="576" y="179"/>
                    <a:pt x="581" y="178"/>
                    <a:pt x="586" y="178"/>
                  </a:cubicBezTo>
                  <a:cubicBezTo>
                    <a:pt x="591" y="178"/>
                    <a:pt x="596" y="178"/>
                    <a:pt x="600" y="181"/>
                  </a:cubicBezTo>
                  <a:cubicBezTo>
                    <a:pt x="605" y="183"/>
                    <a:pt x="608" y="187"/>
                    <a:pt x="610" y="192"/>
                  </a:cubicBezTo>
                  <a:cubicBezTo>
                    <a:pt x="613" y="196"/>
                    <a:pt x="614" y="200"/>
                    <a:pt x="614" y="205"/>
                  </a:cubicBezTo>
                  <a:cubicBezTo>
                    <a:pt x="614" y="209"/>
                    <a:pt x="612" y="215"/>
                    <a:pt x="610" y="219"/>
                  </a:cubicBezTo>
                  <a:cubicBezTo>
                    <a:pt x="609" y="222"/>
                    <a:pt x="607" y="223"/>
                    <a:pt x="605" y="225"/>
                  </a:cubicBezTo>
                  <a:lnTo>
                    <a:pt x="559" y="271"/>
                  </a:lnTo>
                  <a:lnTo>
                    <a:pt x="605" y="31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0" name="Google Shape;259;p36">
              <a:extLst>
                <a:ext uri="{FF2B5EF4-FFF2-40B4-BE49-F238E27FC236}">
                  <a16:creationId xmlns:a16="http://schemas.microsoft.com/office/drawing/2014/main" id="{43F9A5D5-9D03-4D70-A4D0-B8AD71C67150}"/>
                </a:ext>
              </a:extLst>
            </p:cNvPr>
            <p:cNvSpPr/>
            <p:nvPr/>
          </p:nvSpPr>
          <p:spPr>
            <a:xfrm>
              <a:off x="5339880" y="2658600"/>
              <a:ext cx="133920" cy="40320"/>
            </a:xfrm>
            <a:custGeom>
              <a:avLst/>
              <a:gdLst/>
              <a:ahLst/>
              <a:cxnLst/>
              <a:rect l="l" t="t" r="r" b="b"/>
              <a:pathLst>
                <a:path w="372" h="112" extrusionOk="0">
                  <a:moveTo>
                    <a:pt x="186" y="112"/>
                  </a:moveTo>
                  <a:lnTo>
                    <a:pt x="353" y="112"/>
                  </a:lnTo>
                  <a:cubicBezTo>
                    <a:pt x="363" y="112"/>
                    <a:pt x="372" y="103"/>
                    <a:pt x="372" y="93"/>
                  </a:cubicBezTo>
                  <a:lnTo>
                    <a:pt x="372" y="19"/>
                  </a:lnTo>
                  <a:cubicBezTo>
                    <a:pt x="372" y="8"/>
                    <a:pt x="363" y="0"/>
                    <a:pt x="353" y="0"/>
                  </a:cubicBezTo>
                  <a:lnTo>
                    <a:pt x="18" y="0"/>
                  </a:lnTo>
                  <a:cubicBezTo>
                    <a:pt x="8" y="0"/>
                    <a:pt x="0" y="8"/>
                    <a:pt x="0" y="19"/>
                  </a:cubicBezTo>
                  <a:lnTo>
                    <a:pt x="0" y="93"/>
                  </a:lnTo>
                  <a:cubicBezTo>
                    <a:pt x="0" y="103"/>
                    <a:pt x="8" y="112"/>
                    <a:pt x="18" y="112"/>
                  </a:cubicBezTo>
                  <a:lnTo>
                    <a:pt x="186" y="112"/>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40" name="Google Shape;173;p32">
            <a:extLst>
              <a:ext uri="{FF2B5EF4-FFF2-40B4-BE49-F238E27FC236}">
                <a16:creationId xmlns:a16="http://schemas.microsoft.com/office/drawing/2014/main" id="{5171ACCA-AC3D-41C1-BFF0-0BC678BDDC56}"/>
              </a:ext>
            </a:extLst>
          </p:cNvPr>
          <p:cNvSpPr/>
          <p:nvPr/>
        </p:nvSpPr>
        <p:spPr>
          <a:xfrm>
            <a:off x="758100" y="2983691"/>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174;p32">
            <a:extLst>
              <a:ext uri="{FF2B5EF4-FFF2-40B4-BE49-F238E27FC236}">
                <a16:creationId xmlns:a16="http://schemas.microsoft.com/office/drawing/2014/main" id="{3530B176-14B8-4B50-BCA5-9164D5E2248B}"/>
              </a:ext>
            </a:extLst>
          </p:cNvPr>
          <p:cNvSpPr/>
          <p:nvPr/>
        </p:nvSpPr>
        <p:spPr>
          <a:xfrm>
            <a:off x="758100" y="2394352"/>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01CDAF8F-9292-4447-877D-21C8321CA132}"/>
              </a:ext>
            </a:extLst>
          </p:cNvPr>
          <p:cNvSpPr txBox="1">
            <a:spLocks/>
          </p:cNvSpPr>
          <p:nvPr/>
        </p:nvSpPr>
        <p:spPr>
          <a:xfrm>
            <a:off x="1320800" y="1794936"/>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id-ID" sz="1500">
                <a:solidFill>
                  <a:schemeClr val="tx1"/>
                </a:solidFill>
                <a:latin typeface="Lato" panose="020F0502020204030203" pitchFamily="34" charset="0"/>
                <a:ea typeface="Lato" panose="020F0502020204030203" pitchFamily="34" charset="0"/>
                <a:cs typeface="Lato" panose="020F0502020204030203" pitchFamily="34" charset="0"/>
              </a:rPr>
              <a:t>Mengalami suatu perubahan yang jelas pada kalimat teks yang dikutip.</a:t>
            </a:r>
          </a:p>
        </p:txBody>
      </p:sp>
      <p:sp>
        <p:nvSpPr>
          <p:cNvPr id="43" name="Google Shape;173;p32">
            <a:extLst>
              <a:ext uri="{FF2B5EF4-FFF2-40B4-BE49-F238E27FC236}">
                <a16:creationId xmlns:a16="http://schemas.microsoft.com/office/drawing/2014/main" id="{C077CB92-229A-4EAB-96C3-DBD1AF5A00FB}"/>
              </a:ext>
            </a:extLst>
          </p:cNvPr>
          <p:cNvSpPr/>
          <p:nvPr/>
        </p:nvSpPr>
        <p:spPr>
          <a:xfrm>
            <a:off x="758100" y="180501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60BC48D8-2638-451F-8164-BF03C346632A}"/>
              </a:ext>
            </a:extLst>
          </p:cNvPr>
          <p:cNvSpPr/>
          <p:nvPr/>
        </p:nvSpPr>
        <p:spPr>
          <a:xfrm>
            <a:off x="758100" y="357776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846CE8E-AB12-40BD-941E-EE44AF74D109}"/>
              </a:ext>
            </a:extLst>
          </p:cNvPr>
          <p:cNvSpPr txBox="1">
            <a:spLocks/>
          </p:cNvSpPr>
          <p:nvPr/>
        </p:nvSpPr>
        <p:spPr>
          <a:xfrm>
            <a:off x="1337732" y="2400339"/>
            <a:ext cx="7484533"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sv-SE" sz="1500">
                <a:latin typeface="Lato" panose="020F0502020204030203" pitchFamily="34" charset="0"/>
                <a:ea typeface="Lato" panose="020F0502020204030203" pitchFamily="34" charset="0"/>
                <a:cs typeface="Lato" panose="020F0502020204030203" pitchFamily="34" charset="0"/>
              </a:rPr>
              <a:t>Ide pikiran atau pendapat yang dikutip tidak mengalami perubahan</a:t>
            </a:r>
            <a:r>
              <a:rPr lang="id-ID" sz="1500">
                <a:latin typeface="Lato" panose="020F0502020204030203" pitchFamily="34" charset="0"/>
                <a:ea typeface="Lato" panose="020F0502020204030203" pitchFamily="34" charset="0"/>
                <a:cs typeface="Lato" panose="020F0502020204030203" pitchFamily="34" charset="0"/>
              </a:rPr>
              <a:t>.</a:t>
            </a:r>
          </a:p>
        </p:txBody>
      </p:sp>
      <p:sp>
        <p:nvSpPr>
          <p:cNvPr id="51" name="Google Shape;186;p32">
            <a:extLst>
              <a:ext uri="{FF2B5EF4-FFF2-40B4-BE49-F238E27FC236}">
                <a16:creationId xmlns:a16="http://schemas.microsoft.com/office/drawing/2014/main" id="{2427677C-6DD7-4BB1-A852-55819DCD4A70}"/>
              </a:ext>
            </a:extLst>
          </p:cNvPr>
          <p:cNvSpPr txBox="1">
            <a:spLocks/>
          </p:cNvSpPr>
          <p:nvPr/>
        </p:nvSpPr>
        <p:spPr>
          <a:xfrm>
            <a:off x="1354394" y="2974913"/>
            <a:ext cx="7290072"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Dijabarkan sesuai pemahaman penulis terhadap teori atau kalimat yang ingin dikutip.</a:t>
            </a:r>
          </a:p>
        </p:txBody>
      </p:sp>
      <p:sp>
        <p:nvSpPr>
          <p:cNvPr id="52" name="Google Shape;186;p32">
            <a:extLst>
              <a:ext uri="{FF2B5EF4-FFF2-40B4-BE49-F238E27FC236}">
                <a16:creationId xmlns:a16="http://schemas.microsoft.com/office/drawing/2014/main" id="{E5672465-380E-4E90-BBD5-DF017F355B9A}"/>
              </a:ext>
            </a:extLst>
          </p:cNvPr>
          <p:cNvSpPr txBox="1">
            <a:spLocks/>
          </p:cNvSpPr>
          <p:nvPr/>
        </p:nvSpPr>
        <p:spPr>
          <a:xfrm>
            <a:off x="1371328" y="3579722"/>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Tidak ada nomor kutipan tanpa tanda petik dua di akhir kalimat.</a:t>
            </a:r>
          </a:p>
        </p:txBody>
      </p:sp>
      <p:sp>
        <p:nvSpPr>
          <p:cNvPr id="53" name="Google Shape;186;p32">
            <a:extLst>
              <a:ext uri="{FF2B5EF4-FFF2-40B4-BE49-F238E27FC236}">
                <a16:creationId xmlns:a16="http://schemas.microsoft.com/office/drawing/2014/main" id="{8A5F66A8-C89E-4C9F-A0A9-86522F614377}"/>
              </a:ext>
            </a:extLst>
          </p:cNvPr>
          <p:cNvSpPr txBox="1">
            <a:spLocks/>
          </p:cNvSpPr>
          <p:nvPr/>
        </p:nvSpPr>
        <p:spPr>
          <a:xfrm>
            <a:off x="758100" y="1785851"/>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4" name="Google Shape;186;p32">
            <a:extLst>
              <a:ext uri="{FF2B5EF4-FFF2-40B4-BE49-F238E27FC236}">
                <a16:creationId xmlns:a16="http://schemas.microsoft.com/office/drawing/2014/main" id="{F2F5EC23-246E-4F5C-A881-83E849AD78B5}"/>
              </a:ext>
            </a:extLst>
          </p:cNvPr>
          <p:cNvSpPr txBox="1">
            <a:spLocks/>
          </p:cNvSpPr>
          <p:nvPr/>
        </p:nvSpPr>
        <p:spPr>
          <a:xfrm>
            <a:off x="741772" y="2389401"/>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5" name="Google Shape;186;p32">
            <a:extLst>
              <a:ext uri="{FF2B5EF4-FFF2-40B4-BE49-F238E27FC236}">
                <a16:creationId xmlns:a16="http://schemas.microsoft.com/office/drawing/2014/main" id="{20C209FC-701E-4760-A31F-B555D5B6F615}"/>
              </a:ext>
            </a:extLst>
          </p:cNvPr>
          <p:cNvSpPr txBox="1">
            <a:spLocks/>
          </p:cNvSpPr>
          <p:nvPr/>
        </p:nvSpPr>
        <p:spPr>
          <a:xfrm>
            <a:off x="741772" y="2967875"/>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6" name="Google Shape;186;p32">
            <a:extLst>
              <a:ext uri="{FF2B5EF4-FFF2-40B4-BE49-F238E27FC236}">
                <a16:creationId xmlns:a16="http://schemas.microsoft.com/office/drawing/2014/main" id="{99158356-8D98-42F9-8095-F151C1DC084D}"/>
              </a:ext>
            </a:extLst>
          </p:cNvPr>
          <p:cNvSpPr txBox="1">
            <a:spLocks/>
          </p:cNvSpPr>
          <p:nvPr/>
        </p:nvSpPr>
        <p:spPr>
          <a:xfrm>
            <a:off x="733608" y="3555823"/>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spTree>
    <p:extLst>
      <p:ext uri="{BB962C8B-B14F-4D97-AF65-F5344CB8AC3E}">
        <p14:creationId xmlns:p14="http://schemas.microsoft.com/office/powerpoint/2010/main" val="1696329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124715"/>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88" y="804472"/>
            <a:ext cx="5754276"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652588"/>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806214"/>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28" y="783920"/>
            <a:ext cx="5239911"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Contoh Kutipan Tidak Langsung</a:t>
            </a:r>
            <a:endParaRPr sz="2200"/>
          </a:p>
        </p:txBody>
      </p:sp>
      <p:sp>
        <p:nvSpPr>
          <p:cNvPr id="26" name="Google Shape;266;p37">
            <a:extLst>
              <a:ext uri="{FF2B5EF4-FFF2-40B4-BE49-F238E27FC236}">
                <a16:creationId xmlns:a16="http://schemas.microsoft.com/office/drawing/2014/main" id="{B63FC331-F0C0-4F9F-A168-6FC3553722C7}"/>
              </a:ext>
            </a:extLst>
          </p:cNvPr>
          <p:cNvSpPr txBox="1">
            <a:spLocks noGrp="1"/>
          </p:cNvSpPr>
          <p:nvPr>
            <p:ph type="subTitle" idx="1"/>
          </p:nvPr>
        </p:nvSpPr>
        <p:spPr>
          <a:xfrm>
            <a:off x="543721" y="1607784"/>
            <a:ext cx="8038107" cy="3421416"/>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id-ID" sz="1300"/>
              <a:t>Diplomasi publik dapat memperbaiki hubungan antarnegara dalam situasi konflik apabila dilakukan dengan jangka waktu yang panjang dan berfokus kepada individu di negara asing.1</a:t>
            </a:r>
          </a:p>
          <a:p>
            <a:pPr marL="285750" lvl="0" indent="-285750" algn="just" rtl="0">
              <a:spcBef>
                <a:spcPts val="0"/>
              </a:spcBef>
              <a:spcAft>
                <a:spcPts val="0"/>
              </a:spcAft>
              <a:buFont typeface="Arial" panose="020B0604020202020204" pitchFamily="34" charset="0"/>
              <a:buChar char="•"/>
            </a:pPr>
            <a:endParaRPr lang="id-ID" sz="1300"/>
          </a:p>
          <a:p>
            <a:pPr marL="285750" lvl="0" indent="-285750" algn="just" rtl="0">
              <a:spcBef>
                <a:spcPts val="0"/>
              </a:spcBef>
              <a:spcAft>
                <a:spcPts val="0"/>
              </a:spcAft>
              <a:buFont typeface="Arial" panose="020B0604020202020204" pitchFamily="34" charset="0"/>
              <a:buChar char="•"/>
            </a:pPr>
            <a:r>
              <a:rPr lang="en-US" sz="1300"/>
              <a:t>1John H. Brown “American Public Diplomacy in the Cold War”. Georgetown Journal of International Affairs. Vol,6 No, 1. (Winter 2005). 129.</a:t>
            </a:r>
            <a:endParaRPr lang="id-ID" sz="1300"/>
          </a:p>
          <a:p>
            <a:pPr marL="285750" lvl="0" indent="-285750" algn="just" rtl="0">
              <a:spcBef>
                <a:spcPts val="0"/>
              </a:spcBef>
              <a:spcAft>
                <a:spcPts val="0"/>
              </a:spcAft>
              <a:buFont typeface="Arial" panose="020B0604020202020204" pitchFamily="34" charset="0"/>
              <a:buChar char="•"/>
            </a:pPr>
            <a:endParaRPr lang="id-ID" sz="1300"/>
          </a:p>
          <a:p>
            <a:pPr marL="285750" lvl="0" indent="-285750" algn="just" rtl="0">
              <a:spcBef>
                <a:spcPts val="0"/>
              </a:spcBef>
              <a:spcAft>
                <a:spcPts val="0"/>
              </a:spcAft>
              <a:buFont typeface="Arial" panose="020B0604020202020204" pitchFamily="34" charset="0"/>
              <a:buChar char="•"/>
            </a:pPr>
            <a:r>
              <a:rPr lang="id-ID" sz="1300"/>
              <a:t>Menurut Nicholas J. Cull, ada lima komponen penting untuk pembuatan diplomasi publik, salah satunya adalah diplomasi budaya atau upaya untuk membuat sumber daya budaya dan prestasi negara semakin dikenal di luar negeri2</a:t>
            </a:r>
          </a:p>
          <a:p>
            <a:pPr marL="285750" lvl="0" indent="-285750" algn="just" rtl="0">
              <a:spcBef>
                <a:spcPts val="0"/>
              </a:spcBef>
              <a:spcAft>
                <a:spcPts val="0"/>
              </a:spcAft>
              <a:buFont typeface="Arial" panose="020B0604020202020204" pitchFamily="34" charset="0"/>
              <a:buChar char="•"/>
            </a:pPr>
            <a:endParaRPr lang="id-ID" sz="1300"/>
          </a:p>
          <a:p>
            <a:pPr marL="285750" lvl="0" indent="-285750" algn="just" rtl="0">
              <a:spcBef>
                <a:spcPts val="0"/>
              </a:spcBef>
              <a:spcAft>
                <a:spcPts val="0"/>
              </a:spcAft>
              <a:buFont typeface="Arial" panose="020B0604020202020204" pitchFamily="34" charset="0"/>
              <a:buChar char="•"/>
            </a:pPr>
            <a:r>
              <a:rPr lang="id-ID" sz="1300"/>
              <a:t>Seperti yang dijabarkan oleh Gorys Keraf (1983:3) bahwa argumentasi pada dasarnya tulisan dengan tujuan mempengaruhi keyakinan pembaca agar percaya akan pendapat penulis bahkan mau melakukan apa yang dikatakan penulis.</a:t>
            </a:r>
          </a:p>
          <a:p>
            <a:pPr marL="285750" lvl="0" indent="-285750" algn="just" rtl="0">
              <a:spcBef>
                <a:spcPts val="0"/>
              </a:spcBef>
              <a:spcAft>
                <a:spcPts val="0"/>
              </a:spcAft>
              <a:buFont typeface="Arial" panose="020B0604020202020204" pitchFamily="34" charset="0"/>
              <a:buChar char="•"/>
            </a:pPr>
            <a:endParaRPr lang="id-ID" sz="1300"/>
          </a:p>
          <a:p>
            <a:pPr marL="285750" lvl="0" indent="-285750" algn="just" rtl="0">
              <a:spcBef>
                <a:spcPts val="0"/>
              </a:spcBef>
              <a:spcAft>
                <a:spcPts val="0"/>
              </a:spcAft>
              <a:buFont typeface="Arial" panose="020B0604020202020204" pitchFamily="34" charset="0"/>
              <a:buChar char="•"/>
            </a:pPr>
            <a:r>
              <a:rPr lang="en-US" sz="1300"/>
              <a:t>2Nicholas J. Cull. Public Diplomacy: Lessons from the Past. (Los Angeles: Figueroa Press 2009). 18.</a:t>
            </a:r>
            <a:endParaRPr lang="id-ID" sz="1300"/>
          </a:p>
        </p:txBody>
      </p:sp>
    </p:spTree>
    <p:extLst>
      <p:ext uri="{BB962C8B-B14F-4D97-AF65-F5344CB8AC3E}">
        <p14:creationId xmlns:p14="http://schemas.microsoft.com/office/powerpoint/2010/main" val="684936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2627150" y="3321813"/>
            <a:ext cx="5893430" cy="1625743"/>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en-ID"/>
              <a:t>Prinsip Membuat Kutipan Langsung </a:t>
            </a:r>
            <a:r>
              <a:rPr lang="id-ID"/>
              <a:t>&amp;</a:t>
            </a:r>
            <a:r>
              <a:rPr lang="en-ID"/>
              <a:t> Tidak Langsung</a:t>
            </a: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7</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9" name="Group 8">
            <a:extLst>
              <a:ext uri="{FF2B5EF4-FFF2-40B4-BE49-F238E27FC236}">
                <a16:creationId xmlns:a16="http://schemas.microsoft.com/office/drawing/2014/main" id="{A0094C13-ACEC-45BF-B7D2-CAEFEACF56CE}"/>
              </a:ext>
            </a:extLst>
          </p:cNvPr>
          <p:cNvGrpSpPr/>
          <p:nvPr/>
        </p:nvGrpSpPr>
        <p:grpSpPr>
          <a:xfrm>
            <a:off x="393718" y="1933584"/>
            <a:ext cx="1895893" cy="2141682"/>
            <a:chOff x="393718" y="1933584"/>
            <a:chExt cx="1895893" cy="2141682"/>
          </a:xfrm>
        </p:grpSpPr>
        <p:grpSp>
          <p:nvGrpSpPr>
            <p:cNvPr id="13" name="Google Shape;699;p50">
              <a:extLst>
                <a:ext uri="{FF2B5EF4-FFF2-40B4-BE49-F238E27FC236}">
                  <a16:creationId xmlns:a16="http://schemas.microsoft.com/office/drawing/2014/main" id="{2635028C-C27F-4646-9B2E-80D409C70597}"/>
                </a:ext>
              </a:extLst>
            </p:cNvPr>
            <p:cNvGrpSpPr/>
            <p:nvPr/>
          </p:nvGrpSpPr>
          <p:grpSpPr>
            <a:xfrm>
              <a:off x="393718" y="1977952"/>
              <a:ext cx="873579" cy="944061"/>
              <a:chOff x="7468200" y="1563840"/>
              <a:chExt cx="316800" cy="342360"/>
            </a:xfrm>
          </p:grpSpPr>
          <p:sp>
            <p:nvSpPr>
              <p:cNvPr id="36" name="Google Shape;700;p50">
                <a:extLst>
                  <a:ext uri="{FF2B5EF4-FFF2-40B4-BE49-F238E27FC236}">
                    <a16:creationId xmlns:a16="http://schemas.microsoft.com/office/drawing/2014/main" id="{E69F3802-85B6-4761-8AE2-CB935168281D}"/>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701;p50">
                <a:extLst>
                  <a:ext uri="{FF2B5EF4-FFF2-40B4-BE49-F238E27FC236}">
                    <a16:creationId xmlns:a16="http://schemas.microsoft.com/office/drawing/2014/main" id="{01463356-F42A-4796-9EC9-AC1F28E51A5E}"/>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702;p50">
                <a:extLst>
                  <a:ext uri="{FF2B5EF4-FFF2-40B4-BE49-F238E27FC236}">
                    <a16:creationId xmlns:a16="http://schemas.microsoft.com/office/drawing/2014/main" id="{16B817A6-3E38-41C0-B294-44C4E2B7C98D}"/>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4" name="Google Shape;582;p50">
              <a:extLst>
                <a:ext uri="{FF2B5EF4-FFF2-40B4-BE49-F238E27FC236}">
                  <a16:creationId xmlns:a16="http://schemas.microsoft.com/office/drawing/2014/main" id="{FE9A189B-6EF2-4AAE-9A0E-EA36C4E39350}"/>
                </a:ext>
              </a:extLst>
            </p:cNvPr>
            <p:cNvGrpSpPr/>
            <p:nvPr/>
          </p:nvGrpSpPr>
          <p:grpSpPr>
            <a:xfrm>
              <a:off x="1416032" y="2595193"/>
              <a:ext cx="873579" cy="873579"/>
              <a:chOff x="5981400" y="2658960"/>
              <a:chExt cx="342720" cy="342720"/>
            </a:xfrm>
          </p:grpSpPr>
          <p:sp>
            <p:nvSpPr>
              <p:cNvPr id="33" name="Google Shape;583;p50">
                <a:extLst>
                  <a:ext uri="{FF2B5EF4-FFF2-40B4-BE49-F238E27FC236}">
                    <a16:creationId xmlns:a16="http://schemas.microsoft.com/office/drawing/2014/main" id="{67ADFF0C-96CC-4D7A-8C9B-E3D342A375F7}"/>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4" name="Google Shape;584;p50">
                <a:extLst>
                  <a:ext uri="{FF2B5EF4-FFF2-40B4-BE49-F238E27FC236}">
                    <a16:creationId xmlns:a16="http://schemas.microsoft.com/office/drawing/2014/main" id="{BF7A9808-C772-4665-AA47-07FE1E314ADC}"/>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5" name="Google Shape;585;p50">
                <a:extLst>
                  <a:ext uri="{FF2B5EF4-FFF2-40B4-BE49-F238E27FC236}">
                    <a16:creationId xmlns:a16="http://schemas.microsoft.com/office/drawing/2014/main" id="{2FB80A4A-B828-410C-A39A-A45726CD7FF3}"/>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5" name="Google Shape;599;p50">
              <a:extLst>
                <a:ext uri="{FF2B5EF4-FFF2-40B4-BE49-F238E27FC236}">
                  <a16:creationId xmlns:a16="http://schemas.microsoft.com/office/drawing/2014/main" id="{D0C484CC-9DFC-4CB5-BEBC-3E87000A26A3}"/>
                </a:ext>
              </a:extLst>
            </p:cNvPr>
            <p:cNvGrpSpPr/>
            <p:nvPr/>
          </p:nvGrpSpPr>
          <p:grpSpPr>
            <a:xfrm>
              <a:off x="406623" y="3198922"/>
              <a:ext cx="873579" cy="876344"/>
              <a:chOff x="3016440" y="2658600"/>
              <a:chExt cx="341280" cy="342360"/>
            </a:xfrm>
          </p:grpSpPr>
          <p:sp>
            <p:nvSpPr>
              <p:cNvPr id="29" name="Google Shape;600;p50">
                <a:extLst>
                  <a:ext uri="{FF2B5EF4-FFF2-40B4-BE49-F238E27FC236}">
                    <a16:creationId xmlns:a16="http://schemas.microsoft.com/office/drawing/2014/main" id="{D4DC8EE6-57B5-4441-834D-38CCAAF86DCB}"/>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601;p50">
                <a:extLst>
                  <a:ext uri="{FF2B5EF4-FFF2-40B4-BE49-F238E27FC236}">
                    <a16:creationId xmlns:a16="http://schemas.microsoft.com/office/drawing/2014/main" id="{4F581A0E-8EC4-4706-A796-46AF7F0FEA0F}"/>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602;p50">
                <a:extLst>
                  <a:ext uri="{FF2B5EF4-FFF2-40B4-BE49-F238E27FC236}">
                    <a16:creationId xmlns:a16="http://schemas.microsoft.com/office/drawing/2014/main" id="{9BC01964-D392-45C8-B9A0-C506476EEE08}"/>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603;p50">
                <a:extLst>
                  <a:ext uri="{FF2B5EF4-FFF2-40B4-BE49-F238E27FC236}">
                    <a16:creationId xmlns:a16="http://schemas.microsoft.com/office/drawing/2014/main" id="{0B0B88B8-3C51-4514-8595-5E649F3DED28}"/>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726;p50">
              <a:extLst>
                <a:ext uri="{FF2B5EF4-FFF2-40B4-BE49-F238E27FC236}">
                  <a16:creationId xmlns:a16="http://schemas.microsoft.com/office/drawing/2014/main" id="{03618C67-E0AB-4DFB-A999-64C5A7C9023D}"/>
                </a:ext>
              </a:extLst>
            </p:cNvPr>
            <p:cNvGrpSpPr/>
            <p:nvPr/>
          </p:nvGrpSpPr>
          <p:grpSpPr>
            <a:xfrm>
              <a:off x="1527936" y="1933584"/>
              <a:ext cx="378111" cy="376923"/>
              <a:chOff x="4495680" y="1564200"/>
              <a:chExt cx="343800" cy="342720"/>
            </a:xfrm>
          </p:grpSpPr>
          <p:sp>
            <p:nvSpPr>
              <p:cNvPr id="21" name="Google Shape;727;p50">
                <a:extLst>
                  <a:ext uri="{FF2B5EF4-FFF2-40B4-BE49-F238E27FC236}">
                    <a16:creationId xmlns:a16="http://schemas.microsoft.com/office/drawing/2014/main" id="{3B7AD3BB-25D4-47A7-A693-9C2D259F17E0}"/>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728;p50">
                <a:extLst>
                  <a:ext uri="{FF2B5EF4-FFF2-40B4-BE49-F238E27FC236}">
                    <a16:creationId xmlns:a16="http://schemas.microsoft.com/office/drawing/2014/main" id="{32E0C5C1-3BE1-4C25-B90B-3C82951F75C7}"/>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729;p50">
                <a:extLst>
                  <a:ext uri="{FF2B5EF4-FFF2-40B4-BE49-F238E27FC236}">
                    <a16:creationId xmlns:a16="http://schemas.microsoft.com/office/drawing/2014/main" id="{60A2A056-AE9B-473C-BEB8-E4A186E4F9FB}"/>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730;p50">
                <a:extLst>
                  <a:ext uri="{FF2B5EF4-FFF2-40B4-BE49-F238E27FC236}">
                    <a16:creationId xmlns:a16="http://schemas.microsoft.com/office/drawing/2014/main" id="{23361992-25BE-4DC3-ACE2-7D4CACEF1C8A}"/>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731;p50">
                <a:extLst>
                  <a:ext uri="{FF2B5EF4-FFF2-40B4-BE49-F238E27FC236}">
                    <a16:creationId xmlns:a16="http://schemas.microsoft.com/office/drawing/2014/main" id="{58BA19D9-D409-455A-A34A-3D3C06D8BE9F}"/>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732;p50">
                <a:extLst>
                  <a:ext uri="{FF2B5EF4-FFF2-40B4-BE49-F238E27FC236}">
                    <a16:creationId xmlns:a16="http://schemas.microsoft.com/office/drawing/2014/main" id="{CEF7DC8A-965D-40A9-9B44-4D4262D27531}"/>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33;p50">
                <a:extLst>
                  <a:ext uri="{FF2B5EF4-FFF2-40B4-BE49-F238E27FC236}">
                    <a16:creationId xmlns:a16="http://schemas.microsoft.com/office/drawing/2014/main" id="{B308EC3D-AAB5-4481-8D4F-19763999B83E}"/>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34;p50">
                <a:extLst>
                  <a:ext uri="{FF2B5EF4-FFF2-40B4-BE49-F238E27FC236}">
                    <a16:creationId xmlns:a16="http://schemas.microsoft.com/office/drawing/2014/main" id="{77260E8A-E29E-4900-969C-C8A8EAE88141}"/>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7" name="Google Shape;565;p50">
              <a:extLst>
                <a:ext uri="{FF2B5EF4-FFF2-40B4-BE49-F238E27FC236}">
                  <a16:creationId xmlns:a16="http://schemas.microsoft.com/office/drawing/2014/main" id="{2C65B2F8-20AD-4842-9D3D-FB668EE76A4E}"/>
                </a:ext>
              </a:extLst>
            </p:cNvPr>
            <p:cNvGrpSpPr/>
            <p:nvPr/>
          </p:nvGrpSpPr>
          <p:grpSpPr>
            <a:xfrm>
              <a:off x="1527936" y="3669750"/>
              <a:ext cx="281505" cy="376132"/>
              <a:chOff x="8238240" y="2658960"/>
              <a:chExt cx="255960" cy="342000"/>
            </a:xfrm>
          </p:grpSpPr>
          <p:sp>
            <p:nvSpPr>
              <p:cNvPr id="18" name="Google Shape;566;p50">
                <a:extLst>
                  <a:ext uri="{FF2B5EF4-FFF2-40B4-BE49-F238E27FC236}">
                    <a16:creationId xmlns:a16="http://schemas.microsoft.com/office/drawing/2014/main" id="{9BDB63B7-06DD-46C1-B8A5-7A59A40D1E80}"/>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67;p50">
                <a:extLst>
                  <a:ext uri="{FF2B5EF4-FFF2-40B4-BE49-F238E27FC236}">
                    <a16:creationId xmlns:a16="http://schemas.microsoft.com/office/drawing/2014/main" id="{F3266F53-079A-42F7-9E73-A19502D6F79E}"/>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568;p50">
                <a:extLst>
                  <a:ext uri="{FF2B5EF4-FFF2-40B4-BE49-F238E27FC236}">
                    <a16:creationId xmlns:a16="http://schemas.microsoft.com/office/drawing/2014/main" id="{34DDAFED-B8A7-4625-B2E4-510C1754432A}"/>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3993950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grpSp>
        <p:nvGrpSpPr>
          <p:cNvPr id="28" name="Google Shape;1086;p57">
            <a:extLst>
              <a:ext uri="{FF2B5EF4-FFF2-40B4-BE49-F238E27FC236}">
                <a16:creationId xmlns:a16="http://schemas.microsoft.com/office/drawing/2014/main" id="{5E95C0E0-08F5-442B-BAC7-BB12F1AD656C}"/>
              </a:ext>
            </a:extLst>
          </p:cNvPr>
          <p:cNvGrpSpPr/>
          <p:nvPr/>
        </p:nvGrpSpPr>
        <p:grpSpPr>
          <a:xfrm>
            <a:off x="418087" y="532957"/>
            <a:ext cx="4856042"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29" name="Google Shape;1087;p57">
              <a:extLst>
                <a:ext uri="{FF2B5EF4-FFF2-40B4-BE49-F238E27FC236}">
                  <a16:creationId xmlns:a16="http://schemas.microsoft.com/office/drawing/2014/main" id="{0AB13032-1DC1-4B73-8115-1B6927BC3BAD}"/>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88;p57">
              <a:extLst>
                <a:ext uri="{FF2B5EF4-FFF2-40B4-BE49-F238E27FC236}">
                  <a16:creationId xmlns:a16="http://schemas.microsoft.com/office/drawing/2014/main" id="{4D618FA3-35B8-4724-A86F-5A4EAA51330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89;p57">
              <a:extLst>
                <a:ext uri="{FF2B5EF4-FFF2-40B4-BE49-F238E27FC236}">
                  <a16:creationId xmlns:a16="http://schemas.microsoft.com/office/drawing/2014/main" id="{7CFB9F2A-AFCE-44FA-A561-39D944B1DCBE}"/>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90;p57">
              <a:extLst>
                <a:ext uri="{FF2B5EF4-FFF2-40B4-BE49-F238E27FC236}">
                  <a16:creationId xmlns:a16="http://schemas.microsoft.com/office/drawing/2014/main" id="{82BC85DD-EEFB-44FD-BBA0-F1D29117DDFE}"/>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 name="Google Shape;211;p35"/>
          <p:cNvSpPr txBox="1">
            <a:spLocks noGrp="1"/>
          </p:cNvSpPr>
          <p:nvPr>
            <p:ph type="title"/>
          </p:nvPr>
        </p:nvSpPr>
        <p:spPr>
          <a:xfrm>
            <a:off x="777154" y="500962"/>
            <a:ext cx="4133514" cy="59760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sz="2200"/>
              <a:t>P</a:t>
            </a:r>
            <a:r>
              <a:rPr lang="id-ID" sz="2200"/>
              <a:t>rinsip Membuat Kutipan</a:t>
            </a:r>
            <a:endParaRPr sz="2200"/>
          </a:p>
        </p:txBody>
      </p:sp>
      <p:sp>
        <p:nvSpPr>
          <p:cNvPr id="212" name="Google Shape;212;p35"/>
          <p:cNvSpPr txBox="1">
            <a:spLocks noGrp="1"/>
          </p:cNvSpPr>
          <p:nvPr>
            <p:ph type="subTitle" idx="1"/>
          </p:nvPr>
        </p:nvSpPr>
        <p:spPr>
          <a:xfrm>
            <a:off x="618030" y="2680310"/>
            <a:ext cx="3714742" cy="2167293"/>
          </a:xfrm>
          <a:prstGeom prst="rect">
            <a:avLst/>
          </a:prstGeom>
          <a:solidFill>
            <a:schemeClr val="accent5">
              <a:lumMod val="75000"/>
            </a:schemeClr>
          </a:solidFill>
        </p:spPr>
        <p:txBody>
          <a:bodyPr spcFirstLastPara="1" wrap="square" lIns="91425" tIns="91425" rIns="91425" bIns="91425" anchor="t" anchorCtr="0">
            <a:noAutofit/>
          </a:bodyPr>
          <a:lstStyle/>
          <a:p>
            <a:pPr marL="171450" lvl="0" indent="-1714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Pada saat membuat kutipan dari sebuah karya atau tulisan yang memiliki salah ejaan dari sumbernya, maka hal yang dapat dilakukan adalah dengan membiarkan kutipan seperti bentuk aslinya atau apa adanya. Sebagai seorang yang melakukan pengutipan tidak diperbolehkan untuk mengubah kata ataupun kalimat yang mengalami salah ejaan dari sumber aslinya.</a:t>
            </a:r>
            <a:endParaRPr lang="id-ID"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13" name="Google Shape;213;p35"/>
          <p:cNvSpPr txBox="1">
            <a:spLocks noGrp="1"/>
          </p:cNvSpPr>
          <p:nvPr>
            <p:ph type="subTitle" idx="2"/>
          </p:nvPr>
        </p:nvSpPr>
        <p:spPr>
          <a:xfrm>
            <a:off x="4572000" y="2639169"/>
            <a:ext cx="4022538" cy="2208433"/>
          </a:xfrm>
          <a:prstGeom prst="rect">
            <a:avLst/>
          </a:prstGeom>
          <a:solidFill>
            <a:schemeClr val="accent5">
              <a:lumMod val="75000"/>
            </a:schemeClr>
          </a:solidFill>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Pada saat membuat kutipan, seseorang diperbolehkan untuk menghilangkan beberapa bagian kutipan dari sumber aslinya. Hal ini dengan catatan bahwa pengubahan bagian tidak menjadikan kutipan memiliki makna atau arti yang berbeda dari sumbernya.</a:t>
            </a:r>
            <a:endParaRPr lang="en-US"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1" name="Google Shape;209;p35">
            <a:extLst>
              <a:ext uri="{FF2B5EF4-FFF2-40B4-BE49-F238E27FC236}">
                <a16:creationId xmlns:a16="http://schemas.microsoft.com/office/drawing/2014/main" id="{69C18876-1DFE-4298-9B71-ABB7ACF4C9AA}"/>
              </a:ext>
            </a:extLst>
          </p:cNvPr>
          <p:cNvSpPr/>
          <p:nvPr/>
        </p:nvSpPr>
        <p:spPr>
          <a:xfrm>
            <a:off x="181227" y="405968"/>
            <a:ext cx="447600" cy="447600"/>
          </a:xfrm>
          <a:prstGeom prst="ellipse">
            <a:avLst/>
          </a:prstGeom>
          <a:solidFill>
            <a:schemeClr val="accent3"/>
          </a:solidFill>
          <a:ln>
            <a:noFill/>
          </a:ln>
          <a:effectLst>
            <a:innerShdw blurRad="114300">
              <a:prstClr val="black"/>
            </a:inn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00">
              <a:latin typeface="Lato"/>
              <a:ea typeface="Lato"/>
              <a:cs typeface="Lato"/>
              <a:sym typeface="Lato"/>
            </a:endParaRPr>
          </a:p>
        </p:txBody>
      </p:sp>
      <p:grpSp>
        <p:nvGrpSpPr>
          <p:cNvPr id="25" name="Group 24">
            <a:extLst>
              <a:ext uri="{FF2B5EF4-FFF2-40B4-BE49-F238E27FC236}">
                <a16:creationId xmlns:a16="http://schemas.microsoft.com/office/drawing/2014/main" id="{7167D85C-587A-43D7-ACAA-3C7FCA5A6A5E}"/>
              </a:ext>
            </a:extLst>
          </p:cNvPr>
          <p:cNvGrpSpPr/>
          <p:nvPr/>
        </p:nvGrpSpPr>
        <p:grpSpPr>
          <a:xfrm>
            <a:off x="5345364" y="124715"/>
            <a:ext cx="3633112" cy="618237"/>
            <a:chOff x="5345364" y="124715"/>
            <a:chExt cx="3633112" cy="618237"/>
          </a:xfrm>
        </p:grpSpPr>
        <p:pic>
          <p:nvPicPr>
            <p:cNvPr id="26" name="Picture 2" descr="Politeknik Negeri Indramayu - Wikipedia bahasa Indonesia ...">
              <a:extLst>
                <a:ext uri="{FF2B5EF4-FFF2-40B4-BE49-F238E27FC236}">
                  <a16:creationId xmlns:a16="http://schemas.microsoft.com/office/drawing/2014/main" id="{78F46B50-54B6-4559-A1BF-BA6708A43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7" name="Google Shape;154;p30">
              <a:extLst>
                <a:ext uri="{FF2B5EF4-FFF2-40B4-BE49-F238E27FC236}">
                  <a16:creationId xmlns:a16="http://schemas.microsoft.com/office/drawing/2014/main" id="{660A78BF-773C-43E1-AB56-C31625678427}"/>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34" name="Google Shape;249;p36">
            <a:extLst>
              <a:ext uri="{FF2B5EF4-FFF2-40B4-BE49-F238E27FC236}">
                <a16:creationId xmlns:a16="http://schemas.microsoft.com/office/drawing/2014/main" id="{DE1FEA77-CC0E-4CAA-A29C-0DB6CD0AA759}"/>
              </a:ext>
            </a:extLst>
          </p:cNvPr>
          <p:cNvGrpSpPr/>
          <p:nvPr/>
        </p:nvGrpSpPr>
        <p:grpSpPr>
          <a:xfrm>
            <a:off x="54636" y="590191"/>
            <a:ext cx="506386" cy="505323"/>
            <a:chOff x="1532880" y="2658600"/>
            <a:chExt cx="343080" cy="342360"/>
          </a:xfrm>
        </p:grpSpPr>
        <p:sp>
          <p:nvSpPr>
            <p:cNvPr id="35" name="Google Shape;250;p36">
              <a:extLst>
                <a:ext uri="{FF2B5EF4-FFF2-40B4-BE49-F238E27FC236}">
                  <a16:creationId xmlns:a16="http://schemas.microsoft.com/office/drawing/2014/main" id="{3B2027D6-1FCF-4446-8D1E-6D334EFFC1DD}"/>
                </a:ext>
              </a:extLst>
            </p:cNvPr>
            <p:cNvSpPr/>
            <p:nvPr/>
          </p:nvSpPr>
          <p:spPr>
            <a:xfrm>
              <a:off x="1603800" y="2804040"/>
              <a:ext cx="40320" cy="50760"/>
            </a:xfrm>
            <a:custGeom>
              <a:avLst/>
              <a:gdLst/>
              <a:ahLst/>
              <a:cxnLst/>
              <a:rect l="l" t="t" r="r" b="b"/>
              <a:pathLst>
                <a:path w="112" h="141" extrusionOk="0">
                  <a:moveTo>
                    <a:pt x="0" y="141"/>
                  </a:moveTo>
                  <a:lnTo>
                    <a:pt x="60" y="90"/>
                  </a:lnTo>
                  <a:cubicBezTo>
                    <a:pt x="68" y="84"/>
                    <a:pt x="75" y="78"/>
                    <a:pt x="84" y="74"/>
                  </a:cubicBezTo>
                  <a:cubicBezTo>
                    <a:pt x="93" y="69"/>
                    <a:pt x="102" y="65"/>
                    <a:pt x="112" y="62"/>
                  </a:cubicBezTo>
                  <a:lnTo>
                    <a:pt x="112" y="19"/>
                  </a:lnTo>
                  <a:lnTo>
                    <a:pt x="112" y="19"/>
                  </a:lnTo>
                  <a:cubicBezTo>
                    <a:pt x="112" y="16"/>
                    <a:pt x="111" y="12"/>
                    <a:pt x="109" y="10"/>
                  </a:cubicBezTo>
                  <a:cubicBezTo>
                    <a:pt x="107" y="7"/>
                    <a:pt x="105" y="4"/>
                    <a:pt x="102" y="3"/>
                  </a:cubicBezTo>
                  <a:cubicBezTo>
                    <a:pt x="100" y="1"/>
                    <a:pt x="96" y="0"/>
                    <a:pt x="93" y="0"/>
                  </a:cubicBezTo>
                  <a:lnTo>
                    <a:pt x="19" y="0"/>
                  </a:lnTo>
                  <a:cubicBezTo>
                    <a:pt x="15" y="0"/>
                    <a:pt x="12" y="1"/>
                    <a:pt x="9" y="3"/>
                  </a:cubicBezTo>
                  <a:cubicBezTo>
                    <a:pt x="7" y="4"/>
                    <a:pt x="5" y="7"/>
                    <a:pt x="3" y="10"/>
                  </a:cubicBezTo>
                  <a:cubicBezTo>
                    <a:pt x="1" y="12"/>
                    <a:pt x="0" y="16"/>
                    <a:pt x="0" y="19"/>
                  </a:cubicBezTo>
                  <a:lnTo>
                    <a:pt x="0" y="19"/>
                  </a:lnTo>
                  <a:lnTo>
                    <a:pt x="0" y="141"/>
                  </a:ln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6" name="Google Shape;251;p36">
              <a:extLst>
                <a:ext uri="{FF2B5EF4-FFF2-40B4-BE49-F238E27FC236}">
                  <a16:creationId xmlns:a16="http://schemas.microsoft.com/office/drawing/2014/main" id="{239B9C90-6A61-4A31-BFD6-F7A577C788F8}"/>
                </a:ext>
              </a:extLst>
            </p:cNvPr>
            <p:cNvSpPr/>
            <p:nvPr/>
          </p:nvSpPr>
          <p:spPr>
            <a:xfrm>
              <a:off x="1684080" y="2777400"/>
              <a:ext cx="40320" cy="58680"/>
            </a:xfrm>
            <a:custGeom>
              <a:avLst/>
              <a:gdLst/>
              <a:ahLst/>
              <a:cxnLst/>
              <a:rect l="l" t="t" r="r" b="b"/>
              <a:pathLst>
                <a:path w="112" h="163" extrusionOk="0">
                  <a:moveTo>
                    <a:pt x="19" y="0"/>
                  </a:moveTo>
                  <a:cubicBezTo>
                    <a:pt x="16" y="0"/>
                    <a:pt x="12" y="0"/>
                    <a:pt x="10" y="2"/>
                  </a:cubicBezTo>
                  <a:cubicBezTo>
                    <a:pt x="7" y="3"/>
                    <a:pt x="5" y="6"/>
                    <a:pt x="3" y="9"/>
                  </a:cubicBezTo>
                  <a:cubicBezTo>
                    <a:pt x="1" y="12"/>
                    <a:pt x="0" y="15"/>
                    <a:pt x="0" y="18"/>
                  </a:cubicBezTo>
                  <a:lnTo>
                    <a:pt x="0" y="127"/>
                  </a:lnTo>
                  <a:lnTo>
                    <a:pt x="23" y="127"/>
                  </a:lnTo>
                  <a:cubicBezTo>
                    <a:pt x="24" y="127"/>
                    <a:pt x="24" y="127"/>
                    <a:pt x="24" y="127"/>
                  </a:cubicBezTo>
                  <a:cubicBezTo>
                    <a:pt x="46" y="127"/>
                    <a:pt x="67" y="133"/>
                    <a:pt x="86" y="144"/>
                  </a:cubicBezTo>
                  <a:cubicBezTo>
                    <a:pt x="95" y="148"/>
                    <a:pt x="104" y="155"/>
                    <a:pt x="112" y="163"/>
                  </a:cubicBezTo>
                  <a:lnTo>
                    <a:pt x="112" y="18"/>
                  </a:lnTo>
                  <a:cubicBezTo>
                    <a:pt x="112" y="15"/>
                    <a:pt x="111" y="12"/>
                    <a:pt x="110" y="9"/>
                  </a:cubicBezTo>
                  <a:cubicBezTo>
                    <a:pt x="108" y="6"/>
                    <a:pt x="106" y="3"/>
                    <a:pt x="103" y="2"/>
                  </a:cubicBezTo>
                  <a:cubicBezTo>
                    <a:pt x="100" y="0"/>
                    <a:pt x="97" y="0"/>
                    <a:pt x="93" y="0"/>
                  </a:cubicBezTo>
                  <a:lnTo>
                    <a:pt x="93" y="0"/>
                  </a:lnTo>
                  <a:lnTo>
                    <a:pt x="19" y="0"/>
                  </a:lnTo>
                  <a:close/>
                </a:path>
              </a:pathLst>
            </a:custGeom>
            <a:solidFill>
              <a:schemeClr val="dk1"/>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252;p36">
              <a:extLst>
                <a:ext uri="{FF2B5EF4-FFF2-40B4-BE49-F238E27FC236}">
                  <a16:creationId xmlns:a16="http://schemas.microsoft.com/office/drawing/2014/main" id="{0B545DA3-0BC3-480E-B4AF-6D311FA99981}"/>
                </a:ext>
              </a:extLst>
            </p:cNvPr>
            <p:cNvSpPr/>
            <p:nvPr/>
          </p:nvSpPr>
          <p:spPr>
            <a:xfrm>
              <a:off x="1764360" y="2750760"/>
              <a:ext cx="40320" cy="98280"/>
            </a:xfrm>
            <a:custGeom>
              <a:avLst/>
              <a:gdLst/>
              <a:ahLst/>
              <a:cxnLst/>
              <a:rect l="l" t="t" r="r" b="b"/>
              <a:pathLst>
                <a:path w="112" h="273" extrusionOk="0">
                  <a:moveTo>
                    <a:pt x="19" y="0"/>
                  </a:moveTo>
                  <a:lnTo>
                    <a:pt x="19" y="0"/>
                  </a:lnTo>
                  <a:cubicBezTo>
                    <a:pt x="16" y="0"/>
                    <a:pt x="13" y="0"/>
                    <a:pt x="10" y="2"/>
                  </a:cubicBezTo>
                  <a:cubicBezTo>
                    <a:pt x="7" y="4"/>
                    <a:pt x="5" y="6"/>
                    <a:pt x="3" y="9"/>
                  </a:cubicBezTo>
                  <a:cubicBezTo>
                    <a:pt x="1" y="12"/>
                    <a:pt x="0" y="15"/>
                    <a:pt x="0" y="18"/>
                  </a:cubicBezTo>
                  <a:lnTo>
                    <a:pt x="0" y="18"/>
                  </a:lnTo>
                  <a:lnTo>
                    <a:pt x="0" y="260"/>
                  </a:lnTo>
                  <a:lnTo>
                    <a:pt x="28" y="260"/>
                  </a:lnTo>
                  <a:cubicBezTo>
                    <a:pt x="45" y="260"/>
                    <a:pt x="62" y="264"/>
                    <a:pt x="77" y="273"/>
                  </a:cubicBezTo>
                  <a:lnTo>
                    <a:pt x="112" y="237"/>
                  </a:lnTo>
                  <a:lnTo>
                    <a:pt x="112" y="18"/>
                  </a:lnTo>
                  <a:cubicBezTo>
                    <a:pt x="112" y="15"/>
                    <a:pt x="111" y="12"/>
                    <a:pt x="110" y="9"/>
                  </a:cubicBezTo>
                  <a:cubicBezTo>
                    <a:pt x="108" y="6"/>
                    <a:pt x="106" y="4"/>
                    <a:pt x="103" y="2"/>
                  </a:cubicBezTo>
                  <a:cubicBezTo>
                    <a:pt x="100" y="0"/>
                    <a:pt x="97" y="0"/>
                    <a:pt x="94" y="0"/>
                  </a:cubicBezTo>
                  <a:lnTo>
                    <a:pt x="19"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253;p36">
              <a:extLst>
                <a:ext uri="{FF2B5EF4-FFF2-40B4-BE49-F238E27FC236}">
                  <a16:creationId xmlns:a16="http://schemas.microsoft.com/office/drawing/2014/main" id="{D18FE1D6-B6AE-4613-B3A0-2F2CE0A0C401}"/>
                </a:ext>
              </a:extLst>
            </p:cNvPr>
            <p:cNvSpPr/>
            <p:nvPr/>
          </p:nvSpPr>
          <p:spPr>
            <a:xfrm>
              <a:off x="1603440" y="2658600"/>
              <a:ext cx="201600" cy="115200"/>
            </a:xfrm>
            <a:custGeom>
              <a:avLst/>
              <a:gdLst/>
              <a:ahLst/>
              <a:cxnLst/>
              <a:rect l="l" t="t" r="r" b="b"/>
              <a:pathLst>
                <a:path w="560" h="320" extrusionOk="0">
                  <a:moveTo>
                    <a:pt x="5" y="306"/>
                  </a:moveTo>
                  <a:cubicBezTo>
                    <a:pt x="7" y="310"/>
                    <a:pt x="11" y="313"/>
                    <a:pt x="15" y="316"/>
                  </a:cubicBezTo>
                  <a:cubicBezTo>
                    <a:pt x="19" y="318"/>
                    <a:pt x="24" y="320"/>
                    <a:pt x="29" y="320"/>
                  </a:cubicBezTo>
                  <a:cubicBezTo>
                    <a:pt x="30" y="320"/>
                    <a:pt x="30" y="320"/>
                    <a:pt x="30" y="320"/>
                  </a:cubicBezTo>
                  <a:cubicBezTo>
                    <a:pt x="34" y="320"/>
                    <a:pt x="38" y="319"/>
                    <a:pt x="42" y="317"/>
                  </a:cubicBezTo>
                  <a:lnTo>
                    <a:pt x="483" y="111"/>
                  </a:lnTo>
                  <a:lnTo>
                    <a:pt x="477" y="130"/>
                  </a:lnTo>
                  <a:cubicBezTo>
                    <a:pt x="475" y="133"/>
                    <a:pt x="475" y="137"/>
                    <a:pt x="475" y="140"/>
                  </a:cubicBezTo>
                  <a:cubicBezTo>
                    <a:pt x="475" y="145"/>
                    <a:pt x="476" y="150"/>
                    <a:pt x="479" y="154"/>
                  </a:cubicBezTo>
                  <a:cubicBezTo>
                    <a:pt x="481" y="158"/>
                    <a:pt x="485" y="162"/>
                    <a:pt x="489" y="164"/>
                  </a:cubicBezTo>
                  <a:cubicBezTo>
                    <a:pt x="490" y="165"/>
                    <a:pt x="492" y="166"/>
                    <a:pt x="493" y="166"/>
                  </a:cubicBezTo>
                  <a:cubicBezTo>
                    <a:pt x="496" y="167"/>
                    <a:pt x="499" y="168"/>
                    <a:pt x="503" y="168"/>
                  </a:cubicBezTo>
                  <a:lnTo>
                    <a:pt x="503" y="168"/>
                  </a:lnTo>
                  <a:lnTo>
                    <a:pt x="503" y="168"/>
                  </a:lnTo>
                  <a:cubicBezTo>
                    <a:pt x="508" y="168"/>
                    <a:pt x="513" y="166"/>
                    <a:pt x="517" y="164"/>
                  </a:cubicBezTo>
                  <a:cubicBezTo>
                    <a:pt x="521" y="162"/>
                    <a:pt x="525" y="158"/>
                    <a:pt x="527" y="154"/>
                  </a:cubicBezTo>
                  <a:cubicBezTo>
                    <a:pt x="528" y="152"/>
                    <a:pt x="529" y="151"/>
                    <a:pt x="529" y="149"/>
                  </a:cubicBezTo>
                  <a:lnTo>
                    <a:pt x="559" y="67"/>
                  </a:lnTo>
                  <a:cubicBezTo>
                    <a:pt x="560" y="64"/>
                    <a:pt x="560" y="61"/>
                    <a:pt x="560" y="57"/>
                  </a:cubicBezTo>
                  <a:cubicBezTo>
                    <a:pt x="560" y="53"/>
                    <a:pt x="559" y="48"/>
                    <a:pt x="557" y="44"/>
                  </a:cubicBezTo>
                  <a:cubicBezTo>
                    <a:pt x="554" y="39"/>
                    <a:pt x="551" y="36"/>
                    <a:pt x="546" y="33"/>
                  </a:cubicBezTo>
                  <a:cubicBezTo>
                    <a:pt x="545" y="33"/>
                    <a:pt x="543" y="32"/>
                    <a:pt x="542" y="31"/>
                  </a:cubicBezTo>
                  <a:lnTo>
                    <a:pt x="458" y="1"/>
                  </a:lnTo>
                  <a:cubicBezTo>
                    <a:pt x="455" y="0"/>
                    <a:pt x="452" y="0"/>
                    <a:pt x="449" y="0"/>
                  </a:cubicBezTo>
                  <a:cubicBezTo>
                    <a:pt x="444" y="0"/>
                    <a:pt x="439" y="0"/>
                    <a:pt x="435" y="3"/>
                  </a:cubicBezTo>
                  <a:cubicBezTo>
                    <a:pt x="431" y="5"/>
                    <a:pt x="427" y="9"/>
                    <a:pt x="425" y="14"/>
                  </a:cubicBezTo>
                  <a:cubicBezTo>
                    <a:pt x="422" y="18"/>
                    <a:pt x="421" y="23"/>
                    <a:pt x="421" y="28"/>
                  </a:cubicBezTo>
                  <a:cubicBezTo>
                    <a:pt x="421" y="33"/>
                    <a:pt x="422" y="38"/>
                    <a:pt x="425" y="42"/>
                  </a:cubicBezTo>
                  <a:cubicBezTo>
                    <a:pt x="427" y="46"/>
                    <a:pt x="431" y="50"/>
                    <a:pt x="435" y="52"/>
                  </a:cubicBezTo>
                  <a:cubicBezTo>
                    <a:pt x="436" y="53"/>
                    <a:pt x="438" y="54"/>
                    <a:pt x="440" y="54"/>
                  </a:cubicBezTo>
                  <a:lnTo>
                    <a:pt x="458" y="61"/>
                  </a:lnTo>
                  <a:lnTo>
                    <a:pt x="18" y="266"/>
                  </a:lnTo>
                  <a:cubicBezTo>
                    <a:pt x="16" y="266"/>
                    <a:pt x="15" y="267"/>
                    <a:pt x="14" y="268"/>
                  </a:cubicBezTo>
                  <a:cubicBezTo>
                    <a:pt x="9" y="270"/>
                    <a:pt x="6" y="274"/>
                    <a:pt x="4" y="278"/>
                  </a:cubicBezTo>
                  <a:cubicBezTo>
                    <a:pt x="1" y="282"/>
                    <a:pt x="0" y="286"/>
                    <a:pt x="0" y="291"/>
                  </a:cubicBezTo>
                  <a:cubicBezTo>
                    <a:pt x="0" y="295"/>
                    <a:pt x="1" y="300"/>
                    <a:pt x="4" y="304"/>
                  </a:cubicBezTo>
                  <a:cubicBezTo>
                    <a:pt x="4" y="305"/>
                    <a:pt x="4" y="305"/>
                    <a:pt x="5" y="30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 name="Google Shape;254;p36">
              <a:extLst>
                <a:ext uri="{FF2B5EF4-FFF2-40B4-BE49-F238E27FC236}">
                  <a16:creationId xmlns:a16="http://schemas.microsoft.com/office/drawing/2014/main" id="{4C1951B4-F7B5-43C6-8B3F-10B0EDE690B0}"/>
                </a:ext>
              </a:extLst>
            </p:cNvPr>
            <p:cNvSpPr/>
            <p:nvPr/>
          </p:nvSpPr>
          <p:spPr>
            <a:xfrm>
              <a:off x="1598040" y="2825640"/>
              <a:ext cx="277920" cy="135360"/>
            </a:xfrm>
            <a:custGeom>
              <a:avLst/>
              <a:gdLst/>
              <a:ahLst/>
              <a:cxnLst/>
              <a:rect l="l" t="t" r="r" b="b"/>
              <a:pathLst>
                <a:path w="772" h="376" extrusionOk="0">
                  <a:moveTo>
                    <a:pt x="708" y="1"/>
                  </a:moveTo>
                  <a:lnTo>
                    <a:pt x="708" y="1"/>
                  </a:lnTo>
                  <a:cubicBezTo>
                    <a:pt x="697" y="1"/>
                    <a:pt x="687" y="4"/>
                    <a:pt x="677" y="9"/>
                  </a:cubicBezTo>
                  <a:cubicBezTo>
                    <a:pt x="672" y="12"/>
                    <a:pt x="668" y="14"/>
                    <a:pt x="664" y="18"/>
                  </a:cubicBezTo>
                  <a:lnTo>
                    <a:pt x="578" y="105"/>
                  </a:lnTo>
                  <a:cubicBezTo>
                    <a:pt x="585" y="119"/>
                    <a:pt x="589" y="134"/>
                    <a:pt x="589" y="150"/>
                  </a:cubicBezTo>
                  <a:lnTo>
                    <a:pt x="589" y="150"/>
                  </a:lnTo>
                  <a:cubicBezTo>
                    <a:pt x="589" y="168"/>
                    <a:pt x="584" y="185"/>
                    <a:pt x="576" y="200"/>
                  </a:cubicBezTo>
                  <a:cubicBezTo>
                    <a:pt x="567" y="215"/>
                    <a:pt x="555" y="228"/>
                    <a:pt x="540" y="236"/>
                  </a:cubicBezTo>
                  <a:cubicBezTo>
                    <a:pt x="525" y="245"/>
                    <a:pt x="508" y="249"/>
                    <a:pt x="490" y="249"/>
                  </a:cubicBezTo>
                  <a:lnTo>
                    <a:pt x="254" y="249"/>
                  </a:lnTo>
                  <a:cubicBezTo>
                    <a:pt x="253" y="249"/>
                    <a:pt x="252" y="249"/>
                    <a:pt x="252" y="249"/>
                  </a:cubicBezTo>
                  <a:cubicBezTo>
                    <a:pt x="247" y="249"/>
                    <a:pt x="241" y="248"/>
                    <a:pt x="237" y="245"/>
                  </a:cubicBezTo>
                  <a:cubicBezTo>
                    <a:pt x="232" y="243"/>
                    <a:pt x="229" y="239"/>
                    <a:pt x="227" y="235"/>
                  </a:cubicBezTo>
                  <a:cubicBezTo>
                    <a:pt x="224" y="231"/>
                    <a:pt x="223" y="226"/>
                    <a:pt x="223" y="221"/>
                  </a:cubicBezTo>
                  <a:cubicBezTo>
                    <a:pt x="223" y="216"/>
                    <a:pt x="224" y="211"/>
                    <a:pt x="227" y="207"/>
                  </a:cubicBezTo>
                  <a:cubicBezTo>
                    <a:pt x="229" y="203"/>
                    <a:pt x="232" y="200"/>
                    <a:pt x="237" y="197"/>
                  </a:cubicBezTo>
                  <a:cubicBezTo>
                    <a:pt x="241" y="195"/>
                    <a:pt x="247" y="193"/>
                    <a:pt x="252" y="193"/>
                  </a:cubicBezTo>
                  <a:cubicBezTo>
                    <a:pt x="252" y="193"/>
                    <a:pt x="253" y="193"/>
                    <a:pt x="254" y="193"/>
                  </a:cubicBezTo>
                  <a:lnTo>
                    <a:pt x="490" y="193"/>
                  </a:lnTo>
                  <a:cubicBezTo>
                    <a:pt x="498" y="193"/>
                    <a:pt x="505" y="191"/>
                    <a:pt x="512" y="187"/>
                  </a:cubicBezTo>
                  <a:cubicBezTo>
                    <a:pt x="518" y="184"/>
                    <a:pt x="523" y="179"/>
                    <a:pt x="527" y="172"/>
                  </a:cubicBezTo>
                  <a:cubicBezTo>
                    <a:pt x="530" y="166"/>
                    <a:pt x="533" y="158"/>
                    <a:pt x="533" y="150"/>
                  </a:cubicBezTo>
                  <a:cubicBezTo>
                    <a:pt x="533" y="143"/>
                    <a:pt x="530" y="136"/>
                    <a:pt x="527" y="129"/>
                  </a:cubicBezTo>
                  <a:cubicBezTo>
                    <a:pt x="523" y="123"/>
                    <a:pt x="518" y="117"/>
                    <a:pt x="512" y="113"/>
                  </a:cubicBezTo>
                  <a:cubicBezTo>
                    <a:pt x="505" y="109"/>
                    <a:pt x="498" y="107"/>
                    <a:pt x="490" y="107"/>
                  </a:cubicBezTo>
                  <a:lnTo>
                    <a:pt x="375" y="107"/>
                  </a:lnTo>
                  <a:cubicBezTo>
                    <a:pt x="363" y="107"/>
                    <a:pt x="352" y="104"/>
                    <a:pt x="342" y="98"/>
                  </a:cubicBezTo>
                  <a:cubicBezTo>
                    <a:pt x="334" y="94"/>
                    <a:pt x="327" y="88"/>
                    <a:pt x="322" y="81"/>
                  </a:cubicBezTo>
                  <a:lnTo>
                    <a:pt x="309" y="65"/>
                  </a:lnTo>
                  <a:cubicBezTo>
                    <a:pt x="306" y="62"/>
                    <a:pt x="302" y="59"/>
                    <a:pt x="297" y="56"/>
                  </a:cubicBezTo>
                  <a:cubicBezTo>
                    <a:pt x="287" y="50"/>
                    <a:pt x="275" y="47"/>
                    <a:pt x="263" y="47"/>
                  </a:cubicBezTo>
                  <a:lnTo>
                    <a:pt x="263" y="47"/>
                  </a:lnTo>
                  <a:lnTo>
                    <a:pt x="180" y="47"/>
                  </a:lnTo>
                  <a:cubicBezTo>
                    <a:pt x="162" y="47"/>
                    <a:pt x="144" y="52"/>
                    <a:pt x="128" y="61"/>
                  </a:cubicBezTo>
                  <a:cubicBezTo>
                    <a:pt x="123" y="64"/>
                    <a:pt x="118" y="68"/>
                    <a:pt x="113" y="71"/>
                  </a:cubicBezTo>
                  <a:lnTo>
                    <a:pt x="0" y="167"/>
                  </a:lnTo>
                  <a:lnTo>
                    <a:pt x="119" y="373"/>
                  </a:lnTo>
                  <a:lnTo>
                    <a:pt x="121" y="376"/>
                  </a:lnTo>
                  <a:lnTo>
                    <a:pt x="442" y="376"/>
                  </a:lnTo>
                  <a:lnTo>
                    <a:pt x="442" y="376"/>
                  </a:lnTo>
                  <a:cubicBezTo>
                    <a:pt x="461" y="376"/>
                    <a:pt x="478" y="371"/>
                    <a:pt x="494" y="362"/>
                  </a:cubicBezTo>
                  <a:cubicBezTo>
                    <a:pt x="502" y="358"/>
                    <a:pt x="509" y="352"/>
                    <a:pt x="515" y="346"/>
                  </a:cubicBezTo>
                  <a:lnTo>
                    <a:pt x="753" y="106"/>
                  </a:lnTo>
                  <a:cubicBezTo>
                    <a:pt x="757" y="103"/>
                    <a:pt x="761" y="98"/>
                    <a:pt x="763" y="93"/>
                  </a:cubicBezTo>
                  <a:cubicBezTo>
                    <a:pt x="769" y="84"/>
                    <a:pt x="772" y="73"/>
                    <a:pt x="772" y="62"/>
                  </a:cubicBezTo>
                  <a:cubicBezTo>
                    <a:pt x="772" y="51"/>
                    <a:pt x="768" y="40"/>
                    <a:pt x="763" y="30"/>
                  </a:cubicBezTo>
                  <a:cubicBezTo>
                    <a:pt x="757" y="21"/>
                    <a:pt x="750" y="14"/>
                    <a:pt x="740" y="8"/>
                  </a:cubicBezTo>
                  <a:cubicBezTo>
                    <a:pt x="731" y="3"/>
                    <a:pt x="720" y="0"/>
                    <a:pt x="709" y="0"/>
                  </a:cubicBezTo>
                  <a:lnTo>
                    <a:pt x="708" y="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0" name="Google Shape;255;p36">
              <a:extLst>
                <a:ext uri="{FF2B5EF4-FFF2-40B4-BE49-F238E27FC236}">
                  <a16:creationId xmlns:a16="http://schemas.microsoft.com/office/drawing/2014/main" id="{DBF341B7-8C8B-4BB5-8528-2950086F3737}"/>
                </a:ext>
              </a:extLst>
            </p:cNvPr>
            <p:cNvSpPr/>
            <p:nvPr/>
          </p:nvSpPr>
          <p:spPr>
            <a:xfrm>
              <a:off x="1532880" y="2882520"/>
              <a:ext cx="92160" cy="118440"/>
            </a:xfrm>
            <a:custGeom>
              <a:avLst/>
              <a:gdLst/>
              <a:ahLst/>
              <a:cxnLst/>
              <a:rect l="l" t="t" r="r" b="b"/>
              <a:pathLst>
                <a:path w="256" h="329" extrusionOk="0">
                  <a:moveTo>
                    <a:pt x="238" y="295"/>
                  </a:moveTo>
                  <a:cubicBezTo>
                    <a:pt x="243" y="291"/>
                    <a:pt x="248" y="287"/>
                    <a:pt x="251" y="281"/>
                  </a:cubicBezTo>
                  <a:cubicBezTo>
                    <a:pt x="254" y="275"/>
                    <a:pt x="256" y="269"/>
                    <a:pt x="256" y="263"/>
                  </a:cubicBezTo>
                  <a:cubicBezTo>
                    <a:pt x="256" y="256"/>
                    <a:pt x="254" y="250"/>
                    <a:pt x="251" y="244"/>
                  </a:cubicBezTo>
                  <a:lnTo>
                    <a:pt x="121" y="18"/>
                  </a:lnTo>
                  <a:lnTo>
                    <a:pt x="121" y="18"/>
                  </a:lnTo>
                  <a:cubicBezTo>
                    <a:pt x="118" y="13"/>
                    <a:pt x="113" y="9"/>
                    <a:pt x="107" y="5"/>
                  </a:cubicBezTo>
                  <a:cubicBezTo>
                    <a:pt x="101" y="2"/>
                    <a:pt x="95" y="0"/>
                    <a:pt x="89" y="0"/>
                  </a:cubicBezTo>
                  <a:lnTo>
                    <a:pt x="89" y="0"/>
                  </a:lnTo>
                  <a:lnTo>
                    <a:pt x="89" y="0"/>
                  </a:lnTo>
                  <a:cubicBezTo>
                    <a:pt x="82" y="0"/>
                    <a:pt x="76" y="1"/>
                    <a:pt x="70" y="5"/>
                  </a:cubicBezTo>
                  <a:lnTo>
                    <a:pt x="70" y="5"/>
                  </a:lnTo>
                  <a:lnTo>
                    <a:pt x="17" y="34"/>
                  </a:lnTo>
                  <a:cubicBezTo>
                    <a:pt x="12" y="38"/>
                    <a:pt x="7" y="42"/>
                    <a:pt x="4" y="48"/>
                  </a:cubicBezTo>
                  <a:cubicBezTo>
                    <a:pt x="2" y="51"/>
                    <a:pt x="1" y="54"/>
                    <a:pt x="0" y="58"/>
                  </a:cubicBezTo>
                  <a:lnTo>
                    <a:pt x="0" y="77"/>
                  </a:lnTo>
                  <a:cubicBezTo>
                    <a:pt x="1" y="80"/>
                    <a:pt x="2" y="83"/>
                    <a:pt x="4" y="85"/>
                  </a:cubicBezTo>
                  <a:lnTo>
                    <a:pt x="134" y="311"/>
                  </a:lnTo>
                  <a:lnTo>
                    <a:pt x="134" y="311"/>
                  </a:lnTo>
                  <a:cubicBezTo>
                    <a:pt x="137" y="316"/>
                    <a:pt x="141" y="321"/>
                    <a:pt x="147" y="324"/>
                  </a:cubicBezTo>
                  <a:cubicBezTo>
                    <a:pt x="152" y="328"/>
                    <a:pt x="159" y="329"/>
                    <a:pt x="166" y="329"/>
                  </a:cubicBezTo>
                  <a:lnTo>
                    <a:pt x="166" y="329"/>
                  </a:lnTo>
                  <a:lnTo>
                    <a:pt x="166" y="329"/>
                  </a:lnTo>
                  <a:cubicBezTo>
                    <a:pt x="173" y="329"/>
                    <a:pt x="179" y="328"/>
                    <a:pt x="184" y="325"/>
                  </a:cubicBezTo>
                  <a:cubicBezTo>
                    <a:pt x="184" y="324"/>
                    <a:pt x="185" y="324"/>
                    <a:pt x="185" y="324"/>
                  </a:cubicBezTo>
                  <a:lnTo>
                    <a:pt x="238" y="295"/>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3" name="Google Shape;174;p32">
            <a:extLst>
              <a:ext uri="{FF2B5EF4-FFF2-40B4-BE49-F238E27FC236}">
                <a16:creationId xmlns:a16="http://schemas.microsoft.com/office/drawing/2014/main" id="{7F7DCED4-0E27-48C4-B0E5-59BE39E821D9}"/>
              </a:ext>
            </a:extLst>
          </p:cNvPr>
          <p:cNvSpPr/>
          <p:nvPr/>
        </p:nvSpPr>
        <p:spPr>
          <a:xfrm>
            <a:off x="2227671" y="211105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86;p32">
            <a:extLst>
              <a:ext uri="{FF2B5EF4-FFF2-40B4-BE49-F238E27FC236}">
                <a16:creationId xmlns:a16="http://schemas.microsoft.com/office/drawing/2014/main" id="{7D6D6192-4464-4E1A-A575-9289DBFB70DA}"/>
              </a:ext>
            </a:extLst>
          </p:cNvPr>
          <p:cNvSpPr txBox="1">
            <a:spLocks/>
          </p:cNvSpPr>
          <p:nvPr/>
        </p:nvSpPr>
        <p:spPr>
          <a:xfrm>
            <a:off x="2227671" y="2097635"/>
            <a:ext cx="564514" cy="28997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33" name="Google Shape;174;p32">
            <a:extLst>
              <a:ext uri="{FF2B5EF4-FFF2-40B4-BE49-F238E27FC236}">
                <a16:creationId xmlns:a16="http://schemas.microsoft.com/office/drawing/2014/main" id="{9EE91F1D-A2AF-425C-8B03-2687B70C3C00}"/>
              </a:ext>
            </a:extLst>
          </p:cNvPr>
          <p:cNvSpPr/>
          <p:nvPr/>
        </p:nvSpPr>
        <p:spPr>
          <a:xfrm>
            <a:off x="6361311" y="211105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49FF31BC-8F2E-4DA7-9C48-1B5F2213E9A0}"/>
              </a:ext>
            </a:extLst>
          </p:cNvPr>
          <p:cNvSpPr txBox="1">
            <a:spLocks/>
          </p:cNvSpPr>
          <p:nvPr/>
        </p:nvSpPr>
        <p:spPr>
          <a:xfrm>
            <a:off x="6344982" y="2106102"/>
            <a:ext cx="604031" cy="28997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43" name="TextBox 42">
            <a:extLst>
              <a:ext uri="{FF2B5EF4-FFF2-40B4-BE49-F238E27FC236}">
                <a16:creationId xmlns:a16="http://schemas.microsoft.com/office/drawing/2014/main" id="{0094DCDC-BD5D-42E9-8306-F9877F54D907}"/>
              </a:ext>
            </a:extLst>
          </p:cNvPr>
          <p:cNvSpPr txBox="1"/>
          <p:nvPr/>
        </p:nvSpPr>
        <p:spPr>
          <a:xfrm>
            <a:off x="794351" y="1122360"/>
            <a:ext cx="7867049" cy="954107"/>
          </a:xfrm>
          <a:prstGeom prst="rect">
            <a:avLst/>
          </a:prstGeom>
          <a:noFill/>
        </p:spPr>
        <p:txBody>
          <a:bodyPr wrap="square">
            <a:spAutoFit/>
          </a:bodyPr>
          <a:lstStyle/>
          <a:p>
            <a:r>
              <a:rPr lang="id-ID">
                <a:solidFill>
                  <a:schemeClr val="tx1"/>
                </a:solidFill>
                <a:latin typeface="Karla" pitchFamily="2" charset="0"/>
              </a:rPr>
              <a:t>P</a:t>
            </a:r>
            <a:r>
              <a:rPr lang="en-ID" b="0" i="0">
                <a:solidFill>
                  <a:schemeClr val="tx1"/>
                </a:solidFill>
                <a:effectLst/>
                <a:latin typeface="Karla" pitchFamily="2" charset="0"/>
              </a:rPr>
              <a:t>ada saat seorang penulis ingin membuat karya ilmiah, maka perlu membuat kutipan yang berasal dari karya orang lain. Oleh karena itu, berikut ini adalah beberapa prinsip membuat kutipan yang perlu dipahami, baik secara langsung maupun tidak langsung, diantaranya yaitu:</a:t>
            </a:r>
            <a:endParaRPr lang="en-ID">
              <a:solidFill>
                <a:schemeClr val="tx1"/>
              </a:solidFill>
            </a:endParaRPr>
          </a:p>
        </p:txBody>
      </p:sp>
    </p:spTree>
    <p:extLst>
      <p:ext uri="{BB962C8B-B14F-4D97-AF65-F5344CB8AC3E}">
        <p14:creationId xmlns:p14="http://schemas.microsoft.com/office/powerpoint/2010/main" val="3642955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grpSp>
        <p:nvGrpSpPr>
          <p:cNvPr id="28" name="Google Shape;1086;p57">
            <a:extLst>
              <a:ext uri="{FF2B5EF4-FFF2-40B4-BE49-F238E27FC236}">
                <a16:creationId xmlns:a16="http://schemas.microsoft.com/office/drawing/2014/main" id="{5E95C0E0-08F5-442B-BAC7-BB12F1AD656C}"/>
              </a:ext>
            </a:extLst>
          </p:cNvPr>
          <p:cNvGrpSpPr/>
          <p:nvPr/>
        </p:nvGrpSpPr>
        <p:grpSpPr>
          <a:xfrm>
            <a:off x="418087" y="795425"/>
            <a:ext cx="2257184"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29" name="Google Shape;1087;p57">
              <a:extLst>
                <a:ext uri="{FF2B5EF4-FFF2-40B4-BE49-F238E27FC236}">
                  <a16:creationId xmlns:a16="http://schemas.microsoft.com/office/drawing/2014/main" id="{0AB13032-1DC1-4B73-8115-1B6927BC3BAD}"/>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88;p57">
              <a:extLst>
                <a:ext uri="{FF2B5EF4-FFF2-40B4-BE49-F238E27FC236}">
                  <a16:creationId xmlns:a16="http://schemas.microsoft.com/office/drawing/2014/main" id="{4D618FA3-35B8-4724-A86F-5A4EAA51330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89;p57">
              <a:extLst>
                <a:ext uri="{FF2B5EF4-FFF2-40B4-BE49-F238E27FC236}">
                  <a16:creationId xmlns:a16="http://schemas.microsoft.com/office/drawing/2014/main" id="{7CFB9F2A-AFCE-44FA-A561-39D944B1DCBE}"/>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90;p57">
              <a:extLst>
                <a:ext uri="{FF2B5EF4-FFF2-40B4-BE49-F238E27FC236}">
                  <a16:creationId xmlns:a16="http://schemas.microsoft.com/office/drawing/2014/main" id="{82BC85DD-EEFB-44FD-BBA0-F1D29117DDFE}"/>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 name="Google Shape;211;p35"/>
          <p:cNvSpPr txBox="1">
            <a:spLocks noGrp="1"/>
          </p:cNvSpPr>
          <p:nvPr>
            <p:ph type="title"/>
          </p:nvPr>
        </p:nvSpPr>
        <p:spPr>
          <a:xfrm>
            <a:off x="794087" y="788831"/>
            <a:ext cx="1191347" cy="59760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sz="2200"/>
              <a:t>T</a:t>
            </a:r>
            <a:r>
              <a:rPr lang="id-ID" sz="2200"/>
              <a:t>IPS</a:t>
            </a:r>
            <a:endParaRPr sz="2200"/>
          </a:p>
        </p:txBody>
      </p:sp>
      <p:sp>
        <p:nvSpPr>
          <p:cNvPr id="212" name="Google Shape;212;p35"/>
          <p:cNvSpPr txBox="1">
            <a:spLocks noGrp="1"/>
          </p:cNvSpPr>
          <p:nvPr>
            <p:ph type="subTitle" idx="1"/>
          </p:nvPr>
        </p:nvSpPr>
        <p:spPr>
          <a:xfrm>
            <a:off x="618030" y="2917371"/>
            <a:ext cx="3714742" cy="1299029"/>
          </a:xfrm>
          <a:prstGeom prst="rect">
            <a:avLst/>
          </a:prstGeom>
          <a:solidFill>
            <a:schemeClr val="accent5">
              <a:lumMod val="75000"/>
            </a:schemeClr>
          </a:solidFill>
        </p:spPr>
        <p:txBody>
          <a:bodyPr spcFirstLastPara="1" wrap="square" lIns="91425" tIns="91425" rIns="91425" bIns="91425" anchor="t" anchorCtr="0">
            <a:noAutofit/>
          </a:bodyPr>
          <a:lstStyle/>
          <a:p>
            <a:pPr marL="171450" lvl="0" indent="-1714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Melakukan penghapusan pada bagian kutipan yang kurang dari satu paragraf. Bagian yang dihapus sebaiknya diganti dengan tiga titik berspasi.</a:t>
            </a:r>
            <a:endParaRPr lang="id-ID"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13" name="Google Shape;213;p35"/>
          <p:cNvSpPr txBox="1">
            <a:spLocks noGrp="1"/>
          </p:cNvSpPr>
          <p:nvPr>
            <p:ph type="subTitle" idx="2"/>
          </p:nvPr>
        </p:nvSpPr>
        <p:spPr>
          <a:xfrm>
            <a:off x="4572000" y="2876230"/>
            <a:ext cx="4022538" cy="1340171"/>
          </a:xfrm>
          <a:prstGeom prst="rect">
            <a:avLst/>
          </a:prstGeom>
          <a:solidFill>
            <a:schemeClr val="accent5">
              <a:lumMod val="75000"/>
            </a:schemeClr>
          </a:solidFill>
        </p:spPr>
        <p:txBody>
          <a:bodyPr spcFirstLastPara="1" wrap="square" lIns="91425" tIns="91425" rIns="91425" bIns="91425" anchor="t" anchorCtr="0">
            <a:noAutofit/>
          </a:bodyPr>
          <a:lstStyle/>
          <a:p>
            <a:pPr marL="285750" lvl="0" indent="-285750" algn="just" rtl="0">
              <a:spcBef>
                <a:spcPts val="0"/>
              </a:spcBef>
              <a:spcAft>
                <a:spcPts val="0"/>
              </a:spcAft>
              <a:buFont typeface="Arial" panose="020B0604020202020204" pitchFamily="34" charset="0"/>
              <a:buChar char="•"/>
            </a:pPr>
            <a:r>
              <a:rPr lang="en-ID" sz="1400" b="0" i="0">
                <a:solidFill>
                  <a:schemeClr val="tx1"/>
                </a:solidFill>
                <a:effectLst/>
                <a:latin typeface="Lato" panose="020F0502020204030203" pitchFamily="34" charset="0"/>
                <a:ea typeface="Lato" panose="020F0502020204030203" pitchFamily="34" charset="0"/>
                <a:cs typeface="Lato" panose="020F0502020204030203" pitchFamily="34" charset="0"/>
              </a:rPr>
              <a:t>Melakukan penghapusan pada bagian kutipan yang kurang dari satu paragraf. Bagian yang dihapus dapat diganti dengan menggunakan tiga titik berspasi sepanjang garis, baik dari margin kiri hingga margin kanan.</a:t>
            </a:r>
            <a:endParaRPr lang="en-US"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1" name="Google Shape;209;p35">
            <a:extLst>
              <a:ext uri="{FF2B5EF4-FFF2-40B4-BE49-F238E27FC236}">
                <a16:creationId xmlns:a16="http://schemas.microsoft.com/office/drawing/2014/main" id="{69C18876-1DFE-4298-9B71-ABB7ACF4C9AA}"/>
              </a:ext>
            </a:extLst>
          </p:cNvPr>
          <p:cNvSpPr/>
          <p:nvPr/>
        </p:nvSpPr>
        <p:spPr>
          <a:xfrm>
            <a:off x="181227" y="668436"/>
            <a:ext cx="447600" cy="447600"/>
          </a:xfrm>
          <a:prstGeom prst="ellipse">
            <a:avLst/>
          </a:prstGeom>
          <a:solidFill>
            <a:schemeClr val="accent3"/>
          </a:solidFill>
          <a:ln>
            <a:noFill/>
          </a:ln>
          <a:effectLst>
            <a:innerShdw blurRad="114300">
              <a:prstClr val="black"/>
            </a:inn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00">
              <a:latin typeface="Lato"/>
              <a:ea typeface="Lato"/>
              <a:cs typeface="Lato"/>
              <a:sym typeface="Lato"/>
            </a:endParaRPr>
          </a:p>
        </p:txBody>
      </p:sp>
      <p:grpSp>
        <p:nvGrpSpPr>
          <p:cNvPr id="25" name="Group 24">
            <a:extLst>
              <a:ext uri="{FF2B5EF4-FFF2-40B4-BE49-F238E27FC236}">
                <a16:creationId xmlns:a16="http://schemas.microsoft.com/office/drawing/2014/main" id="{7167D85C-587A-43D7-ACAA-3C7FCA5A6A5E}"/>
              </a:ext>
            </a:extLst>
          </p:cNvPr>
          <p:cNvGrpSpPr/>
          <p:nvPr/>
        </p:nvGrpSpPr>
        <p:grpSpPr>
          <a:xfrm>
            <a:off x="5345364" y="124715"/>
            <a:ext cx="3633112" cy="618237"/>
            <a:chOff x="5345364" y="124715"/>
            <a:chExt cx="3633112" cy="618237"/>
          </a:xfrm>
        </p:grpSpPr>
        <p:pic>
          <p:nvPicPr>
            <p:cNvPr id="26" name="Picture 2" descr="Politeknik Negeri Indramayu - Wikipedia bahasa Indonesia ...">
              <a:extLst>
                <a:ext uri="{FF2B5EF4-FFF2-40B4-BE49-F238E27FC236}">
                  <a16:creationId xmlns:a16="http://schemas.microsoft.com/office/drawing/2014/main" id="{78F46B50-54B6-4559-A1BF-BA6708A43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7" name="Google Shape;154;p30">
              <a:extLst>
                <a:ext uri="{FF2B5EF4-FFF2-40B4-BE49-F238E27FC236}">
                  <a16:creationId xmlns:a16="http://schemas.microsoft.com/office/drawing/2014/main" id="{660A78BF-773C-43E1-AB56-C31625678427}"/>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34" name="Google Shape;249;p36">
            <a:extLst>
              <a:ext uri="{FF2B5EF4-FFF2-40B4-BE49-F238E27FC236}">
                <a16:creationId xmlns:a16="http://schemas.microsoft.com/office/drawing/2014/main" id="{DE1FEA77-CC0E-4CAA-A29C-0DB6CD0AA759}"/>
              </a:ext>
            </a:extLst>
          </p:cNvPr>
          <p:cNvGrpSpPr/>
          <p:nvPr/>
        </p:nvGrpSpPr>
        <p:grpSpPr>
          <a:xfrm>
            <a:off x="54636" y="852659"/>
            <a:ext cx="506386" cy="505323"/>
            <a:chOff x="1532880" y="2658600"/>
            <a:chExt cx="343080" cy="342360"/>
          </a:xfrm>
        </p:grpSpPr>
        <p:sp>
          <p:nvSpPr>
            <p:cNvPr id="35" name="Google Shape;250;p36">
              <a:extLst>
                <a:ext uri="{FF2B5EF4-FFF2-40B4-BE49-F238E27FC236}">
                  <a16:creationId xmlns:a16="http://schemas.microsoft.com/office/drawing/2014/main" id="{3B2027D6-1FCF-4446-8D1E-6D334EFFC1DD}"/>
                </a:ext>
              </a:extLst>
            </p:cNvPr>
            <p:cNvSpPr/>
            <p:nvPr/>
          </p:nvSpPr>
          <p:spPr>
            <a:xfrm>
              <a:off x="1603800" y="2804040"/>
              <a:ext cx="40320" cy="50760"/>
            </a:xfrm>
            <a:custGeom>
              <a:avLst/>
              <a:gdLst/>
              <a:ahLst/>
              <a:cxnLst/>
              <a:rect l="l" t="t" r="r" b="b"/>
              <a:pathLst>
                <a:path w="112" h="141" extrusionOk="0">
                  <a:moveTo>
                    <a:pt x="0" y="141"/>
                  </a:moveTo>
                  <a:lnTo>
                    <a:pt x="60" y="90"/>
                  </a:lnTo>
                  <a:cubicBezTo>
                    <a:pt x="68" y="84"/>
                    <a:pt x="75" y="78"/>
                    <a:pt x="84" y="74"/>
                  </a:cubicBezTo>
                  <a:cubicBezTo>
                    <a:pt x="93" y="69"/>
                    <a:pt x="102" y="65"/>
                    <a:pt x="112" y="62"/>
                  </a:cubicBezTo>
                  <a:lnTo>
                    <a:pt x="112" y="19"/>
                  </a:lnTo>
                  <a:lnTo>
                    <a:pt x="112" y="19"/>
                  </a:lnTo>
                  <a:cubicBezTo>
                    <a:pt x="112" y="16"/>
                    <a:pt x="111" y="12"/>
                    <a:pt x="109" y="10"/>
                  </a:cubicBezTo>
                  <a:cubicBezTo>
                    <a:pt x="107" y="7"/>
                    <a:pt x="105" y="4"/>
                    <a:pt x="102" y="3"/>
                  </a:cubicBezTo>
                  <a:cubicBezTo>
                    <a:pt x="100" y="1"/>
                    <a:pt x="96" y="0"/>
                    <a:pt x="93" y="0"/>
                  </a:cubicBezTo>
                  <a:lnTo>
                    <a:pt x="19" y="0"/>
                  </a:lnTo>
                  <a:cubicBezTo>
                    <a:pt x="15" y="0"/>
                    <a:pt x="12" y="1"/>
                    <a:pt x="9" y="3"/>
                  </a:cubicBezTo>
                  <a:cubicBezTo>
                    <a:pt x="7" y="4"/>
                    <a:pt x="5" y="7"/>
                    <a:pt x="3" y="10"/>
                  </a:cubicBezTo>
                  <a:cubicBezTo>
                    <a:pt x="1" y="12"/>
                    <a:pt x="0" y="16"/>
                    <a:pt x="0" y="19"/>
                  </a:cubicBezTo>
                  <a:lnTo>
                    <a:pt x="0" y="19"/>
                  </a:lnTo>
                  <a:lnTo>
                    <a:pt x="0" y="141"/>
                  </a:ln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6" name="Google Shape;251;p36">
              <a:extLst>
                <a:ext uri="{FF2B5EF4-FFF2-40B4-BE49-F238E27FC236}">
                  <a16:creationId xmlns:a16="http://schemas.microsoft.com/office/drawing/2014/main" id="{239B9C90-6A61-4A31-BFD6-F7A577C788F8}"/>
                </a:ext>
              </a:extLst>
            </p:cNvPr>
            <p:cNvSpPr/>
            <p:nvPr/>
          </p:nvSpPr>
          <p:spPr>
            <a:xfrm>
              <a:off x="1684080" y="2777400"/>
              <a:ext cx="40320" cy="58680"/>
            </a:xfrm>
            <a:custGeom>
              <a:avLst/>
              <a:gdLst/>
              <a:ahLst/>
              <a:cxnLst/>
              <a:rect l="l" t="t" r="r" b="b"/>
              <a:pathLst>
                <a:path w="112" h="163" extrusionOk="0">
                  <a:moveTo>
                    <a:pt x="19" y="0"/>
                  </a:moveTo>
                  <a:cubicBezTo>
                    <a:pt x="16" y="0"/>
                    <a:pt x="12" y="0"/>
                    <a:pt x="10" y="2"/>
                  </a:cubicBezTo>
                  <a:cubicBezTo>
                    <a:pt x="7" y="3"/>
                    <a:pt x="5" y="6"/>
                    <a:pt x="3" y="9"/>
                  </a:cubicBezTo>
                  <a:cubicBezTo>
                    <a:pt x="1" y="12"/>
                    <a:pt x="0" y="15"/>
                    <a:pt x="0" y="18"/>
                  </a:cubicBezTo>
                  <a:lnTo>
                    <a:pt x="0" y="127"/>
                  </a:lnTo>
                  <a:lnTo>
                    <a:pt x="23" y="127"/>
                  </a:lnTo>
                  <a:cubicBezTo>
                    <a:pt x="24" y="127"/>
                    <a:pt x="24" y="127"/>
                    <a:pt x="24" y="127"/>
                  </a:cubicBezTo>
                  <a:cubicBezTo>
                    <a:pt x="46" y="127"/>
                    <a:pt x="67" y="133"/>
                    <a:pt x="86" y="144"/>
                  </a:cubicBezTo>
                  <a:cubicBezTo>
                    <a:pt x="95" y="148"/>
                    <a:pt x="104" y="155"/>
                    <a:pt x="112" y="163"/>
                  </a:cubicBezTo>
                  <a:lnTo>
                    <a:pt x="112" y="18"/>
                  </a:lnTo>
                  <a:cubicBezTo>
                    <a:pt x="112" y="15"/>
                    <a:pt x="111" y="12"/>
                    <a:pt x="110" y="9"/>
                  </a:cubicBezTo>
                  <a:cubicBezTo>
                    <a:pt x="108" y="6"/>
                    <a:pt x="106" y="3"/>
                    <a:pt x="103" y="2"/>
                  </a:cubicBezTo>
                  <a:cubicBezTo>
                    <a:pt x="100" y="0"/>
                    <a:pt x="97" y="0"/>
                    <a:pt x="93" y="0"/>
                  </a:cubicBezTo>
                  <a:lnTo>
                    <a:pt x="93" y="0"/>
                  </a:lnTo>
                  <a:lnTo>
                    <a:pt x="19" y="0"/>
                  </a:lnTo>
                  <a:close/>
                </a:path>
              </a:pathLst>
            </a:custGeom>
            <a:solidFill>
              <a:schemeClr val="dk1"/>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252;p36">
              <a:extLst>
                <a:ext uri="{FF2B5EF4-FFF2-40B4-BE49-F238E27FC236}">
                  <a16:creationId xmlns:a16="http://schemas.microsoft.com/office/drawing/2014/main" id="{0B545DA3-0BC3-480E-B4AF-6D311FA99981}"/>
                </a:ext>
              </a:extLst>
            </p:cNvPr>
            <p:cNvSpPr/>
            <p:nvPr/>
          </p:nvSpPr>
          <p:spPr>
            <a:xfrm>
              <a:off x="1764360" y="2750760"/>
              <a:ext cx="40320" cy="98280"/>
            </a:xfrm>
            <a:custGeom>
              <a:avLst/>
              <a:gdLst/>
              <a:ahLst/>
              <a:cxnLst/>
              <a:rect l="l" t="t" r="r" b="b"/>
              <a:pathLst>
                <a:path w="112" h="273" extrusionOk="0">
                  <a:moveTo>
                    <a:pt x="19" y="0"/>
                  </a:moveTo>
                  <a:lnTo>
                    <a:pt x="19" y="0"/>
                  </a:lnTo>
                  <a:cubicBezTo>
                    <a:pt x="16" y="0"/>
                    <a:pt x="13" y="0"/>
                    <a:pt x="10" y="2"/>
                  </a:cubicBezTo>
                  <a:cubicBezTo>
                    <a:pt x="7" y="4"/>
                    <a:pt x="5" y="6"/>
                    <a:pt x="3" y="9"/>
                  </a:cubicBezTo>
                  <a:cubicBezTo>
                    <a:pt x="1" y="12"/>
                    <a:pt x="0" y="15"/>
                    <a:pt x="0" y="18"/>
                  </a:cubicBezTo>
                  <a:lnTo>
                    <a:pt x="0" y="18"/>
                  </a:lnTo>
                  <a:lnTo>
                    <a:pt x="0" y="260"/>
                  </a:lnTo>
                  <a:lnTo>
                    <a:pt x="28" y="260"/>
                  </a:lnTo>
                  <a:cubicBezTo>
                    <a:pt x="45" y="260"/>
                    <a:pt x="62" y="264"/>
                    <a:pt x="77" y="273"/>
                  </a:cubicBezTo>
                  <a:lnTo>
                    <a:pt x="112" y="237"/>
                  </a:lnTo>
                  <a:lnTo>
                    <a:pt x="112" y="18"/>
                  </a:lnTo>
                  <a:cubicBezTo>
                    <a:pt x="112" y="15"/>
                    <a:pt x="111" y="12"/>
                    <a:pt x="110" y="9"/>
                  </a:cubicBezTo>
                  <a:cubicBezTo>
                    <a:pt x="108" y="6"/>
                    <a:pt x="106" y="4"/>
                    <a:pt x="103" y="2"/>
                  </a:cubicBezTo>
                  <a:cubicBezTo>
                    <a:pt x="100" y="0"/>
                    <a:pt x="97" y="0"/>
                    <a:pt x="94" y="0"/>
                  </a:cubicBezTo>
                  <a:lnTo>
                    <a:pt x="19"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253;p36">
              <a:extLst>
                <a:ext uri="{FF2B5EF4-FFF2-40B4-BE49-F238E27FC236}">
                  <a16:creationId xmlns:a16="http://schemas.microsoft.com/office/drawing/2014/main" id="{D18FE1D6-B6AE-4613-B3A0-2F2CE0A0C401}"/>
                </a:ext>
              </a:extLst>
            </p:cNvPr>
            <p:cNvSpPr/>
            <p:nvPr/>
          </p:nvSpPr>
          <p:spPr>
            <a:xfrm>
              <a:off x="1603440" y="2658600"/>
              <a:ext cx="201600" cy="115200"/>
            </a:xfrm>
            <a:custGeom>
              <a:avLst/>
              <a:gdLst/>
              <a:ahLst/>
              <a:cxnLst/>
              <a:rect l="l" t="t" r="r" b="b"/>
              <a:pathLst>
                <a:path w="560" h="320" extrusionOk="0">
                  <a:moveTo>
                    <a:pt x="5" y="306"/>
                  </a:moveTo>
                  <a:cubicBezTo>
                    <a:pt x="7" y="310"/>
                    <a:pt x="11" y="313"/>
                    <a:pt x="15" y="316"/>
                  </a:cubicBezTo>
                  <a:cubicBezTo>
                    <a:pt x="19" y="318"/>
                    <a:pt x="24" y="320"/>
                    <a:pt x="29" y="320"/>
                  </a:cubicBezTo>
                  <a:cubicBezTo>
                    <a:pt x="30" y="320"/>
                    <a:pt x="30" y="320"/>
                    <a:pt x="30" y="320"/>
                  </a:cubicBezTo>
                  <a:cubicBezTo>
                    <a:pt x="34" y="320"/>
                    <a:pt x="38" y="319"/>
                    <a:pt x="42" y="317"/>
                  </a:cubicBezTo>
                  <a:lnTo>
                    <a:pt x="483" y="111"/>
                  </a:lnTo>
                  <a:lnTo>
                    <a:pt x="477" y="130"/>
                  </a:lnTo>
                  <a:cubicBezTo>
                    <a:pt x="475" y="133"/>
                    <a:pt x="475" y="137"/>
                    <a:pt x="475" y="140"/>
                  </a:cubicBezTo>
                  <a:cubicBezTo>
                    <a:pt x="475" y="145"/>
                    <a:pt x="476" y="150"/>
                    <a:pt x="479" y="154"/>
                  </a:cubicBezTo>
                  <a:cubicBezTo>
                    <a:pt x="481" y="158"/>
                    <a:pt x="485" y="162"/>
                    <a:pt x="489" y="164"/>
                  </a:cubicBezTo>
                  <a:cubicBezTo>
                    <a:pt x="490" y="165"/>
                    <a:pt x="492" y="166"/>
                    <a:pt x="493" y="166"/>
                  </a:cubicBezTo>
                  <a:cubicBezTo>
                    <a:pt x="496" y="167"/>
                    <a:pt x="499" y="168"/>
                    <a:pt x="503" y="168"/>
                  </a:cubicBezTo>
                  <a:lnTo>
                    <a:pt x="503" y="168"/>
                  </a:lnTo>
                  <a:lnTo>
                    <a:pt x="503" y="168"/>
                  </a:lnTo>
                  <a:cubicBezTo>
                    <a:pt x="508" y="168"/>
                    <a:pt x="513" y="166"/>
                    <a:pt x="517" y="164"/>
                  </a:cubicBezTo>
                  <a:cubicBezTo>
                    <a:pt x="521" y="162"/>
                    <a:pt x="525" y="158"/>
                    <a:pt x="527" y="154"/>
                  </a:cubicBezTo>
                  <a:cubicBezTo>
                    <a:pt x="528" y="152"/>
                    <a:pt x="529" y="151"/>
                    <a:pt x="529" y="149"/>
                  </a:cubicBezTo>
                  <a:lnTo>
                    <a:pt x="559" y="67"/>
                  </a:lnTo>
                  <a:cubicBezTo>
                    <a:pt x="560" y="64"/>
                    <a:pt x="560" y="61"/>
                    <a:pt x="560" y="57"/>
                  </a:cubicBezTo>
                  <a:cubicBezTo>
                    <a:pt x="560" y="53"/>
                    <a:pt x="559" y="48"/>
                    <a:pt x="557" y="44"/>
                  </a:cubicBezTo>
                  <a:cubicBezTo>
                    <a:pt x="554" y="39"/>
                    <a:pt x="551" y="36"/>
                    <a:pt x="546" y="33"/>
                  </a:cubicBezTo>
                  <a:cubicBezTo>
                    <a:pt x="545" y="33"/>
                    <a:pt x="543" y="32"/>
                    <a:pt x="542" y="31"/>
                  </a:cubicBezTo>
                  <a:lnTo>
                    <a:pt x="458" y="1"/>
                  </a:lnTo>
                  <a:cubicBezTo>
                    <a:pt x="455" y="0"/>
                    <a:pt x="452" y="0"/>
                    <a:pt x="449" y="0"/>
                  </a:cubicBezTo>
                  <a:cubicBezTo>
                    <a:pt x="444" y="0"/>
                    <a:pt x="439" y="0"/>
                    <a:pt x="435" y="3"/>
                  </a:cubicBezTo>
                  <a:cubicBezTo>
                    <a:pt x="431" y="5"/>
                    <a:pt x="427" y="9"/>
                    <a:pt x="425" y="14"/>
                  </a:cubicBezTo>
                  <a:cubicBezTo>
                    <a:pt x="422" y="18"/>
                    <a:pt x="421" y="23"/>
                    <a:pt x="421" y="28"/>
                  </a:cubicBezTo>
                  <a:cubicBezTo>
                    <a:pt x="421" y="33"/>
                    <a:pt x="422" y="38"/>
                    <a:pt x="425" y="42"/>
                  </a:cubicBezTo>
                  <a:cubicBezTo>
                    <a:pt x="427" y="46"/>
                    <a:pt x="431" y="50"/>
                    <a:pt x="435" y="52"/>
                  </a:cubicBezTo>
                  <a:cubicBezTo>
                    <a:pt x="436" y="53"/>
                    <a:pt x="438" y="54"/>
                    <a:pt x="440" y="54"/>
                  </a:cubicBezTo>
                  <a:lnTo>
                    <a:pt x="458" y="61"/>
                  </a:lnTo>
                  <a:lnTo>
                    <a:pt x="18" y="266"/>
                  </a:lnTo>
                  <a:cubicBezTo>
                    <a:pt x="16" y="266"/>
                    <a:pt x="15" y="267"/>
                    <a:pt x="14" y="268"/>
                  </a:cubicBezTo>
                  <a:cubicBezTo>
                    <a:pt x="9" y="270"/>
                    <a:pt x="6" y="274"/>
                    <a:pt x="4" y="278"/>
                  </a:cubicBezTo>
                  <a:cubicBezTo>
                    <a:pt x="1" y="282"/>
                    <a:pt x="0" y="286"/>
                    <a:pt x="0" y="291"/>
                  </a:cubicBezTo>
                  <a:cubicBezTo>
                    <a:pt x="0" y="295"/>
                    <a:pt x="1" y="300"/>
                    <a:pt x="4" y="304"/>
                  </a:cubicBezTo>
                  <a:cubicBezTo>
                    <a:pt x="4" y="305"/>
                    <a:pt x="4" y="305"/>
                    <a:pt x="5" y="30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 name="Google Shape;254;p36">
              <a:extLst>
                <a:ext uri="{FF2B5EF4-FFF2-40B4-BE49-F238E27FC236}">
                  <a16:creationId xmlns:a16="http://schemas.microsoft.com/office/drawing/2014/main" id="{4C1951B4-F7B5-43C6-8B3F-10B0EDE690B0}"/>
                </a:ext>
              </a:extLst>
            </p:cNvPr>
            <p:cNvSpPr/>
            <p:nvPr/>
          </p:nvSpPr>
          <p:spPr>
            <a:xfrm>
              <a:off x="1598040" y="2825640"/>
              <a:ext cx="277920" cy="135360"/>
            </a:xfrm>
            <a:custGeom>
              <a:avLst/>
              <a:gdLst/>
              <a:ahLst/>
              <a:cxnLst/>
              <a:rect l="l" t="t" r="r" b="b"/>
              <a:pathLst>
                <a:path w="772" h="376" extrusionOk="0">
                  <a:moveTo>
                    <a:pt x="708" y="1"/>
                  </a:moveTo>
                  <a:lnTo>
                    <a:pt x="708" y="1"/>
                  </a:lnTo>
                  <a:cubicBezTo>
                    <a:pt x="697" y="1"/>
                    <a:pt x="687" y="4"/>
                    <a:pt x="677" y="9"/>
                  </a:cubicBezTo>
                  <a:cubicBezTo>
                    <a:pt x="672" y="12"/>
                    <a:pt x="668" y="14"/>
                    <a:pt x="664" y="18"/>
                  </a:cubicBezTo>
                  <a:lnTo>
                    <a:pt x="578" y="105"/>
                  </a:lnTo>
                  <a:cubicBezTo>
                    <a:pt x="585" y="119"/>
                    <a:pt x="589" y="134"/>
                    <a:pt x="589" y="150"/>
                  </a:cubicBezTo>
                  <a:lnTo>
                    <a:pt x="589" y="150"/>
                  </a:lnTo>
                  <a:cubicBezTo>
                    <a:pt x="589" y="168"/>
                    <a:pt x="584" y="185"/>
                    <a:pt x="576" y="200"/>
                  </a:cubicBezTo>
                  <a:cubicBezTo>
                    <a:pt x="567" y="215"/>
                    <a:pt x="555" y="228"/>
                    <a:pt x="540" y="236"/>
                  </a:cubicBezTo>
                  <a:cubicBezTo>
                    <a:pt x="525" y="245"/>
                    <a:pt x="508" y="249"/>
                    <a:pt x="490" y="249"/>
                  </a:cubicBezTo>
                  <a:lnTo>
                    <a:pt x="254" y="249"/>
                  </a:lnTo>
                  <a:cubicBezTo>
                    <a:pt x="253" y="249"/>
                    <a:pt x="252" y="249"/>
                    <a:pt x="252" y="249"/>
                  </a:cubicBezTo>
                  <a:cubicBezTo>
                    <a:pt x="247" y="249"/>
                    <a:pt x="241" y="248"/>
                    <a:pt x="237" y="245"/>
                  </a:cubicBezTo>
                  <a:cubicBezTo>
                    <a:pt x="232" y="243"/>
                    <a:pt x="229" y="239"/>
                    <a:pt x="227" y="235"/>
                  </a:cubicBezTo>
                  <a:cubicBezTo>
                    <a:pt x="224" y="231"/>
                    <a:pt x="223" y="226"/>
                    <a:pt x="223" y="221"/>
                  </a:cubicBezTo>
                  <a:cubicBezTo>
                    <a:pt x="223" y="216"/>
                    <a:pt x="224" y="211"/>
                    <a:pt x="227" y="207"/>
                  </a:cubicBezTo>
                  <a:cubicBezTo>
                    <a:pt x="229" y="203"/>
                    <a:pt x="232" y="200"/>
                    <a:pt x="237" y="197"/>
                  </a:cubicBezTo>
                  <a:cubicBezTo>
                    <a:pt x="241" y="195"/>
                    <a:pt x="247" y="193"/>
                    <a:pt x="252" y="193"/>
                  </a:cubicBezTo>
                  <a:cubicBezTo>
                    <a:pt x="252" y="193"/>
                    <a:pt x="253" y="193"/>
                    <a:pt x="254" y="193"/>
                  </a:cubicBezTo>
                  <a:lnTo>
                    <a:pt x="490" y="193"/>
                  </a:lnTo>
                  <a:cubicBezTo>
                    <a:pt x="498" y="193"/>
                    <a:pt x="505" y="191"/>
                    <a:pt x="512" y="187"/>
                  </a:cubicBezTo>
                  <a:cubicBezTo>
                    <a:pt x="518" y="184"/>
                    <a:pt x="523" y="179"/>
                    <a:pt x="527" y="172"/>
                  </a:cubicBezTo>
                  <a:cubicBezTo>
                    <a:pt x="530" y="166"/>
                    <a:pt x="533" y="158"/>
                    <a:pt x="533" y="150"/>
                  </a:cubicBezTo>
                  <a:cubicBezTo>
                    <a:pt x="533" y="143"/>
                    <a:pt x="530" y="136"/>
                    <a:pt x="527" y="129"/>
                  </a:cubicBezTo>
                  <a:cubicBezTo>
                    <a:pt x="523" y="123"/>
                    <a:pt x="518" y="117"/>
                    <a:pt x="512" y="113"/>
                  </a:cubicBezTo>
                  <a:cubicBezTo>
                    <a:pt x="505" y="109"/>
                    <a:pt x="498" y="107"/>
                    <a:pt x="490" y="107"/>
                  </a:cubicBezTo>
                  <a:lnTo>
                    <a:pt x="375" y="107"/>
                  </a:lnTo>
                  <a:cubicBezTo>
                    <a:pt x="363" y="107"/>
                    <a:pt x="352" y="104"/>
                    <a:pt x="342" y="98"/>
                  </a:cubicBezTo>
                  <a:cubicBezTo>
                    <a:pt x="334" y="94"/>
                    <a:pt x="327" y="88"/>
                    <a:pt x="322" y="81"/>
                  </a:cubicBezTo>
                  <a:lnTo>
                    <a:pt x="309" y="65"/>
                  </a:lnTo>
                  <a:cubicBezTo>
                    <a:pt x="306" y="62"/>
                    <a:pt x="302" y="59"/>
                    <a:pt x="297" y="56"/>
                  </a:cubicBezTo>
                  <a:cubicBezTo>
                    <a:pt x="287" y="50"/>
                    <a:pt x="275" y="47"/>
                    <a:pt x="263" y="47"/>
                  </a:cubicBezTo>
                  <a:lnTo>
                    <a:pt x="263" y="47"/>
                  </a:lnTo>
                  <a:lnTo>
                    <a:pt x="180" y="47"/>
                  </a:lnTo>
                  <a:cubicBezTo>
                    <a:pt x="162" y="47"/>
                    <a:pt x="144" y="52"/>
                    <a:pt x="128" y="61"/>
                  </a:cubicBezTo>
                  <a:cubicBezTo>
                    <a:pt x="123" y="64"/>
                    <a:pt x="118" y="68"/>
                    <a:pt x="113" y="71"/>
                  </a:cubicBezTo>
                  <a:lnTo>
                    <a:pt x="0" y="167"/>
                  </a:lnTo>
                  <a:lnTo>
                    <a:pt x="119" y="373"/>
                  </a:lnTo>
                  <a:lnTo>
                    <a:pt x="121" y="376"/>
                  </a:lnTo>
                  <a:lnTo>
                    <a:pt x="442" y="376"/>
                  </a:lnTo>
                  <a:lnTo>
                    <a:pt x="442" y="376"/>
                  </a:lnTo>
                  <a:cubicBezTo>
                    <a:pt x="461" y="376"/>
                    <a:pt x="478" y="371"/>
                    <a:pt x="494" y="362"/>
                  </a:cubicBezTo>
                  <a:cubicBezTo>
                    <a:pt x="502" y="358"/>
                    <a:pt x="509" y="352"/>
                    <a:pt x="515" y="346"/>
                  </a:cubicBezTo>
                  <a:lnTo>
                    <a:pt x="753" y="106"/>
                  </a:lnTo>
                  <a:cubicBezTo>
                    <a:pt x="757" y="103"/>
                    <a:pt x="761" y="98"/>
                    <a:pt x="763" y="93"/>
                  </a:cubicBezTo>
                  <a:cubicBezTo>
                    <a:pt x="769" y="84"/>
                    <a:pt x="772" y="73"/>
                    <a:pt x="772" y="62"/>
                  </a:cubicBezTo>
                  <a:cubicBezTo>
                    <a:pt x="772" y="51"/>
                    <a:pt x="768" y="40"/>
                    <a:pt x="763" y="30"/>
                  </a:cubicBezTo>
                  <a:cubicBezTo>
                    <a:pt x="757" y="21"/>
                    <a:pt x="750" y="14"/>
                    <a:pt x="740" y="8"/>
                  </a:cubicBezTo>
                  <a:cubicBezTo>
                    <a:pt x="731" y="3"/>
                    <a:pt x="720" y="0"/>
                    <a:pt x="709" y="0"/>
                  </a:cubicBezTo>
                  <a:lnTo>
                    <a:pt x="708" y="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0" name="Google Shape;255;p36">
              <a:extLst>
                <a:ext uri="{FF2B5EF4-FFF2-40B4-BE49-F238E27FC236}">
                  <a16:creationId xmlns:a16="http://schemas.microsoft.com/office/drawing/2014/main" id="{DBF341B7-8C8B-4BB5-8528-2950086F3737}"/>
                </a:ext>
              </a:extLst>
            </p:cNvPr>
            <p:cNvSpPr/>
            <p:nvPr/>
          </p:nvSpPr>
          <p:spPr>
            <a:xfrm>
              <a:off x="1532880" y="2882520"/>
              <a:ext cx="92160" cy="118440"/>
            </a:xfrm>
            <a:custGeom>
              <a:avLst/>
              <a:gdLst/>
              <a:ahLst/>
              <a:cxnLst/>
              <a:rect l="l" t="t" r="r" b="b"/>
              <a:pathLst>
                <a:path w="256" h="329" extrusionOk="0">
                  <a:moveTo>
                    <a:pt x="238" y="295"/>
                  </a:moveTo>
                  <a:cubicBezTo>
                    <a:pt x="243" y="291"/>
                    <a:pt x="248" y="287"/>
                    <a:pt x="251" y="281"/>
                  </a:cubicBezTo>
                  <a:cubicBezTo>
                    <a:pt x="254" y="275"/>
                    <a:pt x="256" y="269"/>
                    <a:pt x="256" y="263"/>
                  </a:cubicBezTo>
                  <a:cubicBezTo>
                    <a:pt x="256" y="256"/>
                    <a:pt x="254" y="250"/>
                    <a:pt x="251" y="244"/>
                  </a:cubicBezTo>
                  <a:lnTo>
                    <a:pt x="121" y="18"/>
                  </a:lnTo>
                  <a:lnTo>
                    <a:pt x="121" y="18"/>
                  </a:lnTo>
                  <a:cubicBezTo>
                    <a:pt x="118" y="13"/>
                    <a:pt x="113" y="9"/>
                    <a:pt x="107" y="5"/>
                  </a:cubicBezTo>
                  <a:cubicBezTo>
                    <a:pt x="101" y="2"/>
                    <a:pt x="95" y="0"/>
                    <a:pt x="89" y="0"/>
                  </a:cubicBezTo>
                  <a:lnTo>
                    <a:pt x="89" y="0"/>
                  </a:lnTo>
                  <a:lnTo>
                    <a:pt x="89" y="0"/>
                  </a:lnTo>
                  <a:cubicBezTo>
                    <a:pt x="82" y="0"/>
                    <a:pt x="76" y="1"/>
                    <a:pt x="70" y="5"/>
                  </a:cubicBezTo>
                  <a:lnTo>
                    <a:pt x="70" y="5"/>
                  </a:lnTo>
                  <a:lnTo>
                    <a:pt x="17" y="34"/>
                  </a:lnTo>
                  <a:cubicBezTo>
                    <a:pt x="12" y="38"/>
                    <a:pt x="7" y="42"/>
                    <a:pt x="4" y="48"/>
                  </a:cubicBezTo>
                  <a:cubicBezTo>
                    <a:pt x="2" y="51"/>
                    <a:pt x="1" y="54"/>
                    <a:pt x="0" y="58"/>
                  </a:cubicBezTo>
                  <a:lnTo>
                    <a:pt x="0" y="77"/>
                  </a:lnTo>
                  <a:cubicBezTo>
                    <a:pt x="1" y="80"/>
                    <a:pt x="2" y="83"/>
                    <a:pt x="4" y="85"/>
                  </a:cubicBezTo>
                  <a:lnTo>
                    <a:pt x="134" y="311"/>
                  </a:lnTo>
                  <a:lnTo>
                    <a:pt x="134" y="311"/>
                  </a:lnTo>
                  <a:cubicBezTo>
                    <a:pt x="137" y="316"/>
                    <a:pt x="141" y="321"/>
                    <a:pt x="147" y="324"/>
                  </a:cubicBezTo>
                  <a:cubicBezTo>
                    <a:pt x="152" y="328"/>
                    <a:pt x="159" y="329"/>
                    <a:pt x="166" y="329"/>
                  </a:cubicBezTo>
                  <a:lnTo>
                    <a:pt x="166" y="329"/>
                  </a:lnTo>
                  <a:lnTo>
                    <a:pt x="166" y="329"/>
                  </a:lnTo>
                  <a:cubicBezTo>
                    <a:pt x="173" y="329"/>
                    <a:pt x="179" y="328"/>
                    <a:pt x="184" y="325"/>
                  </a:cubicBezTo>
                  <a:cubicBezTo>
                    <a:pt x="184" y="324"/>
                    <a:pt x="185" y="324"/>
                    <a:pt x="185" y="324"/>
                  </a:cubicBezTo>
                  <a:lnTo>
                    <a:pt x="238" y="295"/>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3" name="Google Shape;174;p32">
            <a:extLst>
              <a:ext uri="{FF2B5EF4-FFF2-40B4-BE49-F238E27FC236}">
                <a16:creationId xmlns:a16="http://schemas.microsoft.com/office/drawing/2014/main" id="{7F7DCED4-0E27-48C4-B0E5-59BE39E821D9}"/>
              </a:ext>
            </a:extLst>
          </p:cNvPr>
          <p:cNvSpPr/>
          <p:nvPr/>
        </p:nvSpPr>
        <p:spPr>
          <a:xfrm>
            <a:off x="2227671" y="2348114"/>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86;p32">
            <a:extLst>
              <a:ext uri="{FF2B5EF4-FFF2-40B4-BE49-F238E27FC236}">
                <a16:creationId xmlns:a16="http://schemas.microsoft.com/office/drawing/2014/main" id="{7D6D6192-4464-4E1A-A575-9289DBFB70DA}"/>
              </a:ext>
            </a:extLst>
          </p:cNvPr>
          <p:cNvSpPr txBox="1">
            <a:spLocks/>
          </p:cNvSpPr>
          <p:nvPr/>
        </p:nvSpPr>
        <p:spPr>
          <a:xfrm>
            <a:off x="2227671" y="2343163"/>
            <a:ext cx="564514" cy="26457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33" name="Google Shape;174;p32">
            <a:extLst>
              <a:ext uri="{FF2B5EF4-FFF2-40B4-BE49-F238E27FC236}">
                <a16:creationId xmlns:a16="http://schemas.microsoft.com/office/drawing/2014/main" id="{9EE91F1D-A2AF-425C-8B03-2687B70C3C00}"/>
              </a:ext>
            </a:extLst>
          </p:cNvPr>
          <p:cNvSpPr/>
          <p:nvPr/>
        </p:nvSpPr>
        <p:spPr>
          <a:xfrm>
            <a:off x="6395179" y="2348114"/>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49FF31BC-8F2E-4DA7-9C48-1B5F2213E9A0}"/>
              </a:ext>
            </a:extLst>
          </p:cNvPr>
          <p:cNvSpPr txBox="1">
            <a:spLocks/>
          </p:cNvSpPr>
          <p:nvPr/>
        </p:nvSpPr>
        <p:spPr>
          <a:xfrm>
            <a:off x="6378850" y="2343163"/>
            <a:ext cx="604031" cy="26457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43" name="TextBox 42">
            <a:extLst>
              <a:ext uri="{FF2B5EF4-FFF2-40B4-BE49-F238E27FC236}">
                <a16:creationId xmlns:a16="http://schemas.microsoft.com/office/drawing/2014/main" id="{80E73936-DC63-406A-AAB2-AE02B66B2210}"/>
              </a:ext>
            </a:extLst>
          </p:cNvPr>
          <p:cNvSpPr txBox="1"/>
          <p:nvPr/>
        </p:nvSpPr>
        <p:spPr>
          <a:xfrm>
            <a:off x="829732" y="1416321"/>
            <a:ext cx="4525725" cy="523220"/>
          </a:xfrm>
          <a:prstGeom prst="rect">
            <a:avLst/>
          </a:prstGeom>
          <a:noFill/>
        </p:spPr>
        <p:txBody>
          <a:bodyPr wrap="square">
            <a:spAutoFit/>
          </a:bodyPr>
          <a:lstStyle/>
          <a:p>
            <a:r>
              <a:rPr lang="id-ID">
                <a:solidFill>
                  <a:schemeClr val="tx1"/>
                </a:solidFill>
                <a:latin typeface="Lato" panose="020F0502020204030203" pitchFamily="34" charset="0"/>
                <a:ea typeface="Lato" panose="020F0502020204030203" pitchFamily="34" charset="0"/>
                <a:cs typeface="Lato" panose="020F0502020204030203" pitchFamily="34" charset="0"/>
              </a:rPr>
              <a:t>B</a:t>
            </a:r>
            <a:r>
              <a:rPr lang="sv-SE" b="0" i="0">
                <a:solidFill>
                  <a:schemeClr val="tx1"/>
                </a:solidFill>
                <a:effectLst/>
                <a:latin typeface="Lato" panose="020F0502020204030203" pitchFamily="34" charset="0"/>
                <a:ea typeface="Lato" panose="020F0502020204030203" pitchFamily="34" charset="0"/>
                <a:cs typeface="Lato" panose="020F0502020204030203" pitchFamily="34" charset="0"/>
              </a:rPr>
              <a:t>eberapa tips bagi Kamu agar lebih mudah pada saat melakukan pengutipan, yaitu:</a:t>
            </a:r>
            <a:endParaRPr lang="en-ID">
              <a:solidFill>
                <a:schemeClr val="tx1"/>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196867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2627150" y="3321813"/>
            <a:ext cx="5893430" cy="1625743"/>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en-ID"/>
              <a:t>Cara Membuat Kutipan Langsung </a:t>
            </a:r>
            <a:r>
              <a:rPr lang="id-ID"/>
              <a:t>&amp;</a:t>
            </a:r>
            <a:r>
              <a:rPr lang="en-ID"/>
              <a:t> Tidak Langsung</a:t>
            </a: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8</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9" name="Group 8">
            <a:extLst>
              <a:ext uri="{FF2B5EF4-FFF2-40B4-BE49-F238E27FC236}">
                <a16:creationId xmlns:a16="http://schemas.microsoft.com/office/drawing/2014/main" id="{A0094C13-ACEC-45BF-B7D2-CAEFEACF56CE}"/>
              </a:ext>
            </a:extLst>
          </p:cNvPr>
          <p:cNvGrpSpPr/>
          <p:nvPr/>
        </p:nvGrpSpPr>
        <p:grpSpPr>
          <a:xfrm>
            <a:off x="393718" y="1933584"/>
            <a:ext cx="1895893" cy="2141682"/>
            <a:chOff x="393718" y="1933584"/>
            <a:chExt cx="1895893" cy="2141682"/>
          </a:xfrm>
        </p:grpSpPr>
        <p:grpSp>
          <p:nvGrpSpPr>
            <p:cNvPr id="13" name="Google Shape;699;p50">
              <a:extLst>
                <a:ext uri="{FF2B5EF4-FFF2-40B4-BE49-F238E27FC236}">
                  <a16:creationId xmlns:a16="http://schemas.microsoft.com/office/drawing/2014/main" id="{2635028C-C27F-4646-9B2E-80D409C70597}"/>
                </a:ext>
              </a:extLst>
            </p:cNvPr>
            <p:cNvGrpSpPr/>
            <p:nvPr/>
          </p:nvGrpSpPr>
          <p:grpSpPr>
            <a:xfrm>
              <a:off x="393718" y="1977952"/>
              <a:ext cx="873579" cy="944061"/>
              <a:chOff x="7468200" y="1563840"/>
              <a:chExt cx="316800" cy="342360"/>
            </a:xfrm>
          </p:grpSpPr>
          <p:sp>
            <p:nvSpPr>
              <p:cNvPr id="36" name="Google Shape;700;p50">
                <a:extLst>
                  <a:ext uri="{FF2B5EF4-FFF2-40B4-BE49-F238E27FC236}">
                    <a16:creationId xmlns:a16="http://schemas.microsoft.com/office/drawing/2014/main" id="{E69F3802-85B6-4761-8AE2-CB935168281D}"/>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701;p50">
                <a:extLst>
                  <a:ext uri="{FF2B5EF4-FFF2-40B4-BE49-F238E27FC236}">
                    <a16:creationId xmlns:a16="http://schemas.microsoft.com/office/drawing/2014/main" id="{01463356-F42A-4796-9EC9-AC1F28E51A5E}"/>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 name="Google Shape;702;p50">
                <a:extLst>
                  <a:ext uri="{FF2B5EF4-FFF2-40B4-BE49-F238E27FC236}">
                    <a16:creationId xmlns:a16="http://schemas.microsoft.com/office/drawing/2014/main" id="{16B817A6-3E38-41C0-B294-44C4E2B7C98D}"/>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4" name="Google Shape;582;p50">
              <a:extLst>
                <a:ext uri="{FF2B5EF4-FFF2-40B4-BE49-F238E27FC236}">
                  <a16:creationId xmlns:a16="http://schemas.microsoft.com/office/drawing/2014/main" id="{FE9A189B-6EF2-4AAE-9A0E-EA36C4E39350}"/>
                </a:ext>
              </a:extLst>
            </p:cNvPr>
            <p:cNvGrpSpPr/>
            <p:nvPr/>
          </p:nvGrpSpPr>
          <p:grpSpPr>
            <a:xfrm>
              <a:off x="1416032" y="2595193"/>
              <a:ext cx="873579" cy="873579"/>
              <a:chOff x="5981400" y="2658960"/>
              <a:chExt cx="342720" cy="342720"/>
            </a:xfrm>
          </p:grpSpPr>
          <p:sp>
            <p:nvSpPr>
              <p:cNvPr id="33" name="Google Shape;583;p50">
                <a:extLst>
                  <a:ext uri="{FF2B5EF4-FFF2-40B4-BE49-F238E27FC236}">
                    <a16:creationId xmlns:a16="http://schemas.microsoft.com/office/drawing/2014/main" id="{67ADFF0C-96CC-4D7A-8C9B-E3D342A375F7}"/>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4" name="Google Shape;584;p50">
                <a:extLst>
                  <a:ext uri="{FF2B5EF4-FFF2-40B4-BE49-F238E27FC236}">
                    <a16:creationId xmlns:a16="http://schemas.microsoft.com/office/drawing/2014/main" id="{BF7A9808-C772-4665-AA47-07FE1E314ADC}"/>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5" name="Google Shape;585;p50">
                <a:extLst>
                  <a:ext uri="{FF2B5EF4-FFF2-40B4-BE49-F238E27FC236}">
                    <a16:creationId xmlns:a16="http://schemas.microsoft.com/office/drawing/2014/main" id="{2FB80A4A-B828-410C-A39A-A45726CD7FF3}"/>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5" name="Google Shape;599;p50">
              <a:extLst>
                <a:ext uri="{FF2B5EF4-FFF2-40B4-BE49-F238E27FC236}">
                  <a16:creationId xmlns:a16="http://schemas.microsoft.com/office/drawing/2014/main" id="{D0C484CC-9DFC-4CB5-BEBC-3E87000A26A3}"/>
                </a:ext>
              </a:extLst>
            </p:cNvPr>
            <p:cNvGrpSpPr/>
            <p:nvPr/>
          </p:nvGrpSpPr>
          <p:grpSpPr>
            <a:xfrm>
              <a:off x="406623" y="3198922"/>
              <a:ext cx="873579" cy="876344"/>
              <a:chOff x="3016440" y="2658600"/>
              <a:chExt cx="341280" cy="342360"/>
            </a:xfrm>
          </p:grpSpPr>
          <p:sp>
            <p:nvSpPr>
              <p:cNvPr id="29" name="Google Shape;600;p50">
                <a:extLst>
                  <a:ext uri="{FF2B5EF4-FFF2-40B4-BE49-F238E27FC236}">
                    <a16:creationId xmlns:a16="http://schemas.microsoft.com/office/drawing/2014/main" id="{D4DC8EE6-57B5-4441-834D-38CCAAF86DCB}"/>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601;p50">
                <a:extLst>
                  <a:ext uri="{FF2B5EF4-FFF2-40B4-BE49-F238E27FC236}">
                    <a16:creationId xmlns:a16="http://schemas.microsoft.com/office/drawing/2014/main" id="{4F581A0E-8EC4-4706-A796-46AF7F0FEA0F}"/>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602;p50">
                <a:extLst>
                  <a:ext uri="{FF2B5EF4-FFF2-40B4-BE49-F238E27FC236}">
                    <a16:creationId xmlns:a16="http://schemas.microsoft.com/office/drawing/2014/main" id="{9BC01964-D392-45C8-B9A0-C506476EEE08}"/>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603;p50">
                <a:extLst>
                  <a:ext uri="{FF2B5EF4-FFF2-40B4-BE49-F238E27FC236}">
                    <a16:creationId xmlns:a16="http://schemas.microsoft.com/office/drawing/2014/main" id="{0B0B88B8-3C51-4514-8595-5E649F3DED28}"/>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726;p50">
              <a:extLst>
                <a:ext uri="{FF2B5EF4-FFF2-40B4-BE49-F238E27FC236}">
                  <a16:creationId xmlns:a16="http://schemas.microsoft.com/office/drawing/2014/main" id="{03618C67-E0AB-4DFB-A999-64C5A7C9023D}"/>
                </a:ext>
              </a:extLst>
            </p:cNvPr>
            <p:cNvGrpSpPr/>
            <p:nvPr/>
          </p:nvGrpSpPr>
          <p:grpSpPr>
            <a:xfrm>
              <a:off x="1527936" y="1933584"/>
              <a:ext cx="378111" cy="376923"/>
              <a:chOff x="4495680" y="1564200"/>
              <a:chExt cx="343800" cy="342720"/>
            </a:xfrm>
          </p:grpSpPr>
          <p:sp>
            <p:nvSpPr>
              <p:cNvPr id="21" name="Google Shape;727;p50">
                <a:extLst>
                  <a:ext uri="{FF2B5EF4-FFF2-40B4-BE49-F238E27FC236}">
                    <a16:creationId xmlns:a16="http://schemas.microsoft.com/office/drawing/2014/main" id="{3B7AD3BB-25D4-47A7-A693-9C2D259F17E0}"/>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728;p50">
                <a:extLst>
                  <a:ext uri="{FF2B5EF4-FFF2-40B4-BE49-F238E27FC236}">
                    <a16:creationId xmlns:a16="http://schemas.microsoft.com/office/drawing/2014/main" id="{32E0C5C1-3BE1-4C25-B90B-3C82951F75C7}"/>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729;p50">
                <a:extLst>
                  <a:ext uri="{FF2B5EF4-FFF2-40B4-BE49-F238E27FC236}">
                    <a16:creationId xmlns:a16="http://schemas.microsoft.com/office/drawing/2014/main" id="{60A2A056-AE9B-473C-BEB8-E4A186E4F9FB}"/>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730;p50">
                <a:extLst>
                  <a:ext uri="{FF2B5EF4-FFF2-40B4-BE49-F238E27FC236}">
                    <a16:creationId xmlns:a16="http://schemas.microsoft.com/office/drawing/2014/main" id="{23361992-25BE-4DC3-ACE2-7D4CACEF1C8A}"/>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731;p50">
                <a:extLst>
                  <a:ext uri="{FF2B5EF4-FFF2-40B4-BE49-F238E27FC236}">
                    <a16:creationId xmlns:a16="http://schemas.microsoft.com/office/drawing/2014/main" id="{58BA19D9-D409-455A-A34A-3D3C06D8BE9F}"/>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732;p50">
                <a:extLst>
                  <a:ext uri="{FF2B5EF4-FFF2-40B4-BE49-F238E27FC236}">
                    <a16:creationId xmlns:a16="http://schemas.microsoft.com/office/drawing/2014/main" id="{CEF7DC8A-965D-40A9-9B44-4D4262D27531}"/>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33;p50">
                <a:extLst>
                  <a:ext uri="{FF2B5EF4-FFF2-40B4-BE49-F238E27FC236}">
                    <a16:creationId xmlns:a16="http://schemas.microsoft.com/office/drawing/2014/main" id="{B308EC3D-AAB5-4481-8D4F-19763999B83E}"/>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34;p50">
                <a:extLst>
                  <a:ext uri="{FF2B5EF4-FFF2-40B4-BE49-F238E27FC236}">
                    <a16:creationId xmlns:a16="http://schemas.microsoft.com/office/drawing/2014/main" id="{77260E8A-E29E-4900-969C-C8A8EAE88141}"/>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7" name="Google Shape;565;p50">
              <a:extLst>
                <a:ext uri="{FF2B5EF4-FFF2-40B4-BE49-F238E27FC236}">
                  <a16:creationId xmlns:a16="http://schemas.microsoft.com/office/drawing/2014/main" id="{2C65B2F8-20AD-4842-9D3D-FB668EE76A4E}"/>
                </a:ext>
              </a:extLst>
            </p:cNvPr>
            <p:cNvGrpSpPr/>
            <p:nvPr/>
          </p:nvGrpSpPr>
          <p:grpSpPr>
            <a:xfrm>
              <a:off x="1527936" y="3669750"/>
              <a:ext cx="281505" cy="376132"/>
              <a:chOff x="8238240" y="2658960"/>
              <a:chExt cx="255960" cy="342000"/>
            </a:xfrm>
          </p:grpSpPr>
          <p:sp>
            <p:nvSpPr>
              <p:cNvPr id="18" name="Google Shape;566;p50">
                <a:extLst>
                  <a:ext uri="{FF2B5EF4-FFF2-40B4-BE49-F238E27FC236}">
                    <a16:creationId xmlns:a16="http://schemas.microsoft.com/office/drawing/2014/main" id="{9BDB63B7-06DD-46C1-B8A5-7A59A40D1E80}"/>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67;p50">
                <a:extLst>
                  <a:ext uri="{FF2B5EF4-FFF2-40B4-BE49-F238E27FC236}">
                    <a16:creationId xmlns:a16="http://schemas.microsoft.com/office/drawing/2014/main" id="{F3266F53-079A-42F7-9E73-A19502D6F79E}"/>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568;p50">
                <a:extLst>
                  <a:ext uri="{FF2B5EF4-FFF2-40B4-BE49-F238E27FC236}">
                    <a16:creationId xmlns:a16="http://schemas.microsoft.com/office/drawing/2014/main" id="{34DDAFED-B8A7-4625-B2E4-510C1754432A}"/>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3165450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38" name="Group 37">
            <a:extLst>
              <a:ext uri="{FF2B5EF4-FFF2-40B4-BE49-F238E27FC236}">
                <a16:creationId xmlns:a16="http://schemas.microsoft.com/office/drawing/2014/main" id="{89607A1D-F942-42B7-B4AF-640B683DE8BB}"/>
              </a:ext>
            </a:extLst>
          </p:cNvPr>
          <p:cNvGrpSpPr/>
          <p:nvPr/>
        </p:nvGrpSpPr>
        <p:grpSpPr>
          <a:xfrm>
            <a:off x="5345364" y="51238"/>
            <a:ext cx="3633112" cy="618237"/>
            <a:chOff x="5345364" y="124715"/>
            <a:chExt cx="3633112" cy="618237"/>
          </a:xfrm>
        </p:grpSpPr>
        <p:pic>
          <p:nvPicPr>
            <p:cNvPr id="39" name="Picture 2" descr="Politeknik Negeri Indramayu - Wikipedia bahasa Indonesia ...">
              <a:extLst>
                <a:ext uri="{FF2B5EF4-FFF2-40B4-BE49-F238E27FC236}">
                  <a16:creationId xmlns:a16="http://schemas.microsoft.com/office/drawing/2014/main" id="{E61B78BD-7097-4CDA-BA53-9FBC7E2CF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40" name="Google Shape;154;p30">
              <a:extLst>
                <a:ext uri="{FF2B5EF4-FFF2-40B4-BE49-F238E27FC236}">
                  <a16:creationId xmlns:a16="http://schemas.microsoft.com/office/drawing/2014/main" id="{61E6F30F-93BC-4052-8907-FF823DC84EA4}"/>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0" name="Google Shape;1086;p57">
            <a:extLst>
              <a:ext uri="{FF2B5EF4-FFF2-40B4-BE49-F238E27FC236}">
                <a16:creationId xmlns:a16="http://schemas.microsoft.com/office/drawing/2014/main" id="{BCEF1F10-5EBD-465A-B4A9-784D134885EB}"/>
              </a:ext>
            </a:extLst>
          </p:cNvPr>
          <p:cNvGrpSpPr/>
          <p:nvPr/>
        </p:nvGrpSpPr>
        <p:grpSpPr>
          <a:xfrm>
            <a:off x="540389" y="820800"/>
            <a:ext cx="7426744"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1" name="Google Shape;1087;p57">
              <a:extLst>
                <a:ext uri="{FF2B5EF4-FFF2-40B4-BE49-F238E27FC236}">
                  <a16:creationId xmlns:a16="http://schemas.microsoft.com/office/drawing/2014/main" id="{7513AF7E-199A-4FCE-A545-01CD49F2C2A1}"/>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57">
              <a:extLst>
                <a:ext uri="{FF2B5EF4-FFF2-40B4-BE49-F238E27FC236}">
                  <a16:creationId xmlns:a16="http://schemas.microsoft.com/office/drawing/2014/main" id="{6F0CC30B-7BFE-4F16-81FD-76050FB31F10}"/>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57">
              <a:extLst>
                <a:ext uri="{FF2B5EF4-FFF2-40B4-BE49-F238E27FC236}">
                  <a16:creationId xmlns:a16="http://schemas.microsoft.com/office/drawing/2014/main" id="{982260F9-CDBE-402A-8DF8-F32A240579A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57">
              <a:extLst>
                <a:ext uri="{FF2B5EF4-FFF2-40B4-BE49-F238E27FC236}">
                  <a16:creationId xmlns:a16="http://schemas.microsoft.com/office/drawing/2014/main" id="{48AF3D96-DCB7-4BD2-AF6B-41C7603B68B6}"/>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233;p36">
            <a:extLst>
              <a:ext uri="{FF2B5EF4-FFF2-40B4-BE49-F238E27FC236}">
                <a16:creationId xmlns:a16="http://schemas.microsoft.com/office/drawing/2014/main" id="{8B6C7370-9B78-41CB-8209-8D60A8675C47}"/>
              </a:ext>
            </a:extLst>
          </p:cNvPr>
          <p:cNvSpPr/>
          <p:nvPr/>
        </p:nvSpPr>
        <p:spPr>
          <a:xfrm>
            <a:off x="279400" y="668916"/>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 name="Google Shape;242;p36">
            <a:extLst>
              <a:ext uri="{FF2B5EF4-FFF2-40B4-BE49-F238E27FC236}">
                <a16:creationId xmlns:a16="http://schemas.microsoft.com/office/drawing/2014/main" id="{7C907624-3A9D-4898-8CA5-C816E81D1458}"/>
              </a:ext>
            </a:extLst>
          </p:cNvPr>
          <p:cNvGrpSpPr/>
          <p:nvPr/>
        </p:nvGrpSpPr>
        <p:grpSpPr>
          <a:xfrm>
            <a:off x="85003" y="822542"/>
            <a:ext cx="505323" cy="506917"/>
            <a:chOff x="2277720" y="3210840"/>
            <a:chExt cx="342360" cy="343440"/>
          </a:xfrm>
        </p:grpSpPr>
        <p:sp>
          <p:nvSpPr>
            <p:cNvPr id="19" name="Google Shape;243;p36">
              <a:extLst>
                <a:ext uri="{FF2B5EF4-FFF2-40B4-BE49-F238E27FC236}">
                  <a16:creationId xmlns:a16="http://schemas.microsoft.com/office/drawing/2014/main" id="{4A3161D3-261A-4512-B9A8-B130EEBDA6A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244;p36">
              <a:extLst>
                <a:ext uri="{FF2B5EF4-FFF2-40B4-BE49-F238E27FC236}">
                  <a16:creationId xmlns:a16="http://schemas.microsoft.com/office/drawing/2014/main" id="{DF75260D-8C56-472E-A939-90F683C51562}"/>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245;p36">
              <a:extLst>
                <a:ext uri="{FF2B5EF4-FFF2-40B4-BE49-F238E27FC236}">
                  <a16:creationId xmlns:a16="http://schemas.microsoft.com/office/drawing/2014/main" id="{B5CFC5D3-7D5C-4602-BFD0-5C428CF2D06E}"/>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246;p36">
              <a:extLst>
                <a:ext uri="{FF2B5EF4-FFF2-40B4-BE49-F238E27FC236}">
                  <a16:creationId xmlns:a16="http://schemas.microsoft.com/office/drawing/2014/main" id="{F6F3A85C-870D-4DED-808E-091F0F6B8D39}"/>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247;p36">
              <a:extLst>
                <a:ext uri="{FF2B5EF4-FFF2-40B4-BE49-F238E27FC236}">
                  <a16:creationId xmlns:a16="http://schemas.microsoft.com/office/drawing/2014/main" id="{87382A24-8CA8-4AAB-AC4B-E77A082BFFA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248;p36">
              <a:extLst>
                <a:ext uri="{FF2B5EF4-FFF2-40B4-BE49-F238E27FC236}">
                  <a16:creationId xmlns:a16="http://schemas.microsoft.com/office/drawing/2014/main" id="{D202460C-9055-4491-9583-AFFCC5A72756}"/>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 name="Google Shape;211;p35">
            <a:extLst>
              <a:ext uri="{FF2B5EF4-FFF2-40B4-BE49-F238E27FC236}">
                <a16:creationId xmlns:a16="http://schemas.microsoft.com/office/drawing/2014/main" id="{C1B02EE7-A385-49A7-9ADC-75E25C3C7810}"/>
              </a:ext>
            </a:extLst>
          </p:cNvPr>
          <p:cNvSpPr txBox="1">
            <a:spLocks noGrp="1"/>
          </p:cNvSpPr>
          <p:nvPr>
            <p:ph type="title"/>
          </p:nvPr>
        </p:nvSpPr>
        <p:spPr>
          <a:xfrm>
            <a:off x="787030" y="800248"/>
            <a:ext cx="6968438"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Cara Membuat Kutipan Dari Berbagai Tulisan</a:t>
            </a:r>
            <a:endParaRPr sz="2200"/>
          </a:p>
        </p:txBody>
      </p:sp>
      <p:sp>
        <p:nvSpPr>
          <p:cNvPr id="26" name="Google Shape;266;p37">
            <a:extLst>
              <a:ext uri="{FF2B5EF4-FFF2-40B4-BE49-F238E27FC236}">
                <a16:creationId xmlns:a16="http://schemas.microsoft.com/office/drawing/2014/main" id="{B63FC331-F0C0-4F9F-A168-6FC3553722C7}"/>
              </a:ext>
            </a:extLst>
          </p:cNvPr>
          <p:cNvSpPr txBox="1">
            <a:spLocks noGrp="1"/>
          </p:cNvSpPr>
          <p:nvPr>
            <p:ph type="subTitle" idx="1"/>
          </p:nvPr>
        </p:nvSpPr>
        <p:spPr>
          <a:xfrm>
            <a:off x="445027" y="1693067"/>
            <a:ext cx="8227668" cy="279390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sv-SE" sz="1300"/>
              <a:t>Cara penulisan kutipan yang pertama adalah dari buku, cara ini merupakan cara yang paling sering digunakan.</a:t>
            </a:r>
          </a:p>
          <a:p>
            <a:pPr marL="0" lvl="0" indent="0" algn="just" rtl="0">
              <a:spcBef>
                <a:spcPts val="0"/>
              </a:spcBef>
              <a:spcAft>
                <a:spcPts val="0"/>
              </a:spcAft>
              <a:buNone/>
            </a:pPr>
            <a:endParaRPr lang="sv-SE" sz="1300"/>
          </a:p>
          <a:p>
            <a:pPr marL="0" lvl="0" indent="0" algn="just" rtl="0">
              <a:spcBef>
                <a:spcPts val="0"/>
              </a:spcBef>
              <a:spcAft>
                <a:spcPts val="0"/>
              </a:spcAft>
              <a:buNone/>
            </a:pPr>
            <a:r>
              <a:rPr lang="sv-SE" sz="1300"/>
              <a:t>a. </a:t>
            </a:r>
            <a:r>
              <a:rPr lang="id-ID" sz="1300"/>
              <a:t> </a:t>
            </a:r>
            <a:r>
              <a:rPr lang="sv-SE" sz="1300"/>
              <a:t>Apabila buku memiliki satu sampai tiga pengarang, maka nama penulis dapat ditulis sesuai dengan nama</a:t>
            </a:r>
            <a:endParaRPr lang="id-ID" sz="1300"/>
          </a:p>
          <a:p>
            <a:pPr marL="0" lvl="0" indent="0" algn="just" rtl="0">
              <a:spcBef>
                <a:spcPts val="0"/>
              </a:spcBef>
              <a:spcAft>
                <a:spcPts val="0"/>
              </a:spcAft>
              <a:buNone/>
            </a:pPr>
            <a:r>
              <a:rPr lang="id-ID" sz="1300"/>
              <a:t>     </a:t>
            </a:r>
            <a:r>
              <a:rPr lang="sv-SE" sz="1300"/>
              <a:t>pengarang pada buku dan diikuti koma. Namun, apabila buku memiliki pengarang lebih dari tiga, maka</a:t>
            </a:r>
            <a:endParaRPr lang="id-ID" sz="1300"/>
          </a:p>
          <a:p>
            <a:pPr marL="0" lvl="0" indent="0" algn="just" rtl="0">
              <a:spcBef>
                <a:spcPts val="0"/>
              </a:spcBef>
              <a:spcAft>
                <a:spcPts val="0"/>
              </a:spcAft>
              <a:buNone/>
            </a:pPr>
            <a:r>
              <a:rPr lang="id-ID" sz="1300"/>
              <a:t>     </a:t>
            </a:r>
            <a:r>
              <a:rPr lang="sv-SE" sz="1300"/>
              <a:t>nama pengarang yang pertama dapat dilanjutkan dengan singkatan dkk atau dan kawan-kawan.</a:t>
            </a:r>
            <a:endParaRPr lang="id-ID" sz="1300"/>
          </a:p>
          <a:p>
            <a:pPr marL="0" lvl="0" indent="0" algn="just" rtl="0">
              <a:spcBef>
                <a:spcPts val="0"/>
              </a:spcBef>
              <a:spcAft>
                <a:spcPts val="0"/>
              </a:spcAft>
              <a:buNone/>
            </a:pPr>
            <a:endParaRPr lang="sv-SE" sz="1300"/>
          </a:p>
          <a:p>
            <a:pPr marL="0" lvl="0" indent="0" algn="just" rtl="0">
              <a:spcBef>
                <a:spcPts val="0"/>
              </a:spcBef>
              <a:spcAft>
                <a:spcPts val="0"/>
              </a:spcAft>
              <a:buNone/>
            </a:pPr>
            <a:r>
              <a:rPr lang="sv-SE" sz="1300"/>
              <a:t>b. </a:t>
            </a:r>
            <a:r>
              <a:rPr lang="id-ID" sz="1300"/>
              <a:t> </a:t>
            </a:r>
            <a:r>
              <a:rPr lang="sv-SE" sz="1300"/>
              <a:t>Judul buku ditulis miring</a:t>
            </a:r>
            <a:endParaRPr lang="id-ID" sz="1300"/>
          </a:p>
          <a:p>
            <a:pPr marL="0" lvl="0" indent="0" algn="just" rtl="0">
              <a:spcBef>
                <a:spcPts val="0"/>
              </a:spcBef>
              <a:spcAft>
                <a:spcPts val="0"/>
              </a:spcAft>
              <a:buNone/>
            </a:pPr>
            <a:endParaRPr lang="sv-SE" sz="1300"/>
          </a:p>
          <a:p>
            <a:pPr marL="0" lvl="0" indent="0" algn="just" rtl="0">
              <a:spcBef>
                <a:spcPts val="0"/>
              </a:spcBef>
              <a:spcAft>
                <a:spcPts val="0"/>
              </a:spcAft>
              <a:buNone/>
            </a:pPr>
            <a:r>
              <a:rPr lang="sv-SE" sz="1300"/>
              <a:t>c. </a:t>
            </a:r>
            <a:r>
              <a:rPr lang="id-ID" sz="1300"/>
              <a:t> </a:t>
            </a:r>
            <a:r>
              <a:rPr lang="sv-SE" sz="1300"/>
              <a:t>Judul buku yang dilengkapi informasi, seperti sub jadul, jilid, edisi, tidak wajib disisipi koma atau titik.</a:t>
            </a:r>
            <a:endParaRPr lang="id-ID" sz="1300"/>
          </a:p>
          <a:p>
            <a:pPr marL="0" lvl="0" indent="0" algn="just" rtl="0">
              <a:spcBef>
                <a:spcPts val="0"/>
              </a:spcBef>
              <a:spcAft>
                <a:spcPts val="0"/>
              </a:spcAft>
              <a:buNone/>
            </a:pPr>
            <a:endParaRPr lang="sv-SE" sz="1300"/>
          </a:p>
          <a:p>
            <a:pPr marL="0" lvl="0" indent="0" algn="just" rtl="0">
              <a:spcBef>
                <a:spcPts val="0"/>
              </a:spcBef>
              <a:spcAft>
                <a:spcPts val="0"/>
              </a:spcAft>
              <a:buNone/>
            </a:pPr>
            <a:r>
              <a:rPr lang="sv-SE" sz="1300"/>
              <a:t>d. </a:t>
            </a:r>
            <a:r>
              <a:rPr lang="id-ID" sz="1300"/>
              <a:t> </a:t>
            </a:r>
            <a:r>
              <a:rPr lang="sv-SE" sz="1300"/>
              <a:t>Informasi tentang penerbitan dapat menggunakan tanda kurung, meliputi nama kota yang disertai titik</a:t>
            </a:r>
            <a:endParaRPr lang="id-ID" sz="1300"/>
          </a:p>
          <a:p>
            <a:pPr marL="0" lvl="0" indent="0" algn="just" rtl="0">
              <a:spcBef>
                <a:spcPts val="0"/>
              </a:spcBef>
              <a:spcAft>
                <a:spcPts val="0"/>
              </a:spcAft>
              <a:buNone/>
            </a:pPr>
            <a:r>
              <a:rPr lang="id-ID" sz="1300"/>
              <a:t>     </a:t>
            </a:r>
            <a:r>
              <a:rPr lang="sv-SE" sz="1300"/>
              <a:t>dua, nama penerbit yang disertai tanda koma dan tahun. Setelah kurung tutup, dapat dilanjutkan dengan</a:t>
            </a:r>
            <a:endParaRPr lang="id-ID" sz="1300"/>
          </a:p>
          <a:p>
            <a:pPr marL="0" lvl="0" indent="0" algn="just" rtl="0">
              <a:spcBef>
                <a:spcPts val="0"/>
              </a:spcBef>
              <a:spcAft>
                <a:spcPts val="0"/>
              </a:spcAft>
              <a:buNone/>
            </a:pPr>
            <a:r>
              <a:rPr lang="id-ID" sz="1300"/>
              <a:t>     </a:t>
            </a:r>
            <a:r>
              <a:rPr lang="sv-SE" sz="1300"/>
              <a:t>memberi tanda koma.</a:t>
            </a:r>
            <a:endParaRPr lang="id-ID" sz="1300"/>
          </a:p>
          <a:p>
            <a:pPr marL="0" lvl="0" indent="0" algn="just" rtl="0">
              <a:spcBef>
                <a:spcPts val="0"/>
              </a:spcBef>
              <a:spcAft>
                <a:spcPts val="0"/>
              </a:spcAft>
              <a:buNone/>
            </a:pPr>
            <a:endParaRPr lang="sv-SE" sz="1300"/>
          </a:p>
          <a:p>
            <a:pPr marL="0" lvl="0" indent="0" algn="just" rtl="0">
              <a:spcBef>
                <a:spcPts val="0"/>
              </a:spcBef>
              <a:spcAft>
                <a:spcPts val="0"/>
              </a:spcAft>
              <a:buNone/>
            </a:pPr>
            <a:r>
              <a:rPr lang="sv-SE" sz="1300"/>
              <a:t>e. </a:t>
            </a:r>
            <a:r>
              <a:rPr lang="id-ID" sz="1300"/>
              <a:t> </a:t>
            </a:r>
            <a:r>
              <a:rPr lang="sv-SE" sz="1300"/>
              <a:t>Informasi tentang buku dapat diikuti kata halaman atau bisa disingkat dengan ‘hlm’ atau ‘h’ sekaligus dapat</a:t>
            </a:r>
            <a:endParaRPr lang="id-ID" sz="1300"/>
          </a:p>
          <a:p>
            <a:pPr marL="0" lvl="0" indent="0" algn="just" rtl="0">
              <a:spcBef>
                <a:spcPts val="0"/>
              </a:spcBef>
              <a:spcAft>
                <a:spcPts val="0"/>
              </a:spcAft>
              <a:buNone/>
            </a:pPr>
            <a:r>
              <a:rPr lang="id-ID" sz="1300"/>
              <a:t>     </a:t>
            </a:r>
            <a:r>
              <a:rPr lang="sv-SE" sz="1300"/>
              <a:t>disertai nomor halaman angka arab dan diakhiri dengan titik.</a:t>
            </a:r>
          </a:p>
          <a:p>
            <a:pPr marL="0" lvl="0" indent="0" algn="just" rtl="0">
              <a:spcBef>
                <a:spcPts val="0"/>
              </a:spcBef>
              <a:spcAft>
                <a:spcPts val="0"/>
              </a:spcAft>
              <a:buNone/>
            </a:pPr>
            <a:endParaRPr lang="sv-SE" sz="1300"/>
          </a:p>
        </p:txBody>
      </p:sp>
      <p:sp>
        <p:nvSpPr>
          <p:cNvPr id="27" name="Google Shape;270;p37">
            <a:extLst>
              <a:ext uri="{FF2B5EF4-FFF2-40B4-BE49-F238E27FC236}">
                <a16:creationId xmlns:a16="http://schemas.microsoft.com/office/drawing/2014/main" id="{98C399B3-E268-4E74-B6AC-D925F0351617}"/>
              </a:ext>
            </a:extLst>
          </p:cNvPr>
          <p:cNvSpPr txBox="1">
            <a:spLocks/>
          </p:cNvSpPr>
          <p:nvPr/>
        </p:nvSpPr>
        <p:spPr>
          <a:xfrm>
            <a:off x="530679" y="1502229"/>
            <a:ext cx="6574829" cy="311467"/>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A. Kutipan dari buku</a:t>
            </a:r>
            <a:endParaRPr lang="en-US" sz="1500"/>
          </a:p>
        </p:txBody>
      </p:sp>
    </p:spTree>
    <p:extLst>
      <p:ext uri="{BB962C8B-B14F-4D97-AF65-F5344CB8AC3E}">
        <p14:creationId xmlns:p14="http://schemas.microsoft.com/office/powerpoint/2010/main" val="69942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grpSp>
        <p:nvGrpSpPr>
          <p:cNvPr id="19" name="Group 18">
            <a:extLst>
              <a:ext uri="{FF2B5EF4-FFF2-40B4-BE49-F238E27FC236}">
                <a16:creationId xmlns:a16="http://schemas.microsoft.com/office/drawing/2014/main" id="{4DFDDD3E-6D04-4F44-AFA9-3AF45C2E1507}"/>
              </a:ext>
            </a:extLst>
          </p:cNvPr>
          <p:cNvGrpSpPr/>
          <p:nvPr/>
        </p:nvGrpSpPr>
        <p:grpSpPr>
          <a:xfrm>
            <a:off x="5345364" y="124715"/>
            <a:ext cx="3633112" cy="618237"/>
            <a:chOff x="5345364" y="124715"/>
            <a:chExt cx="3633112" cy="618237"/>
          </a:xfrm>
        </p:grpSpPr>
        <p:pic>
          <p:nvPicPr>
            <p:cNvPr id="20" name="Picture 2" descr="Politeknik Negeri Indramayu - Wikipedia bahasa Indonesia ...">
              <a:extLst>
                <a:ext uri="{FF2B5EF4-FFF2-40B4-BE49-F238E27FC236}">
                  <a16:creationId xmlns:a16="http://schemas.microsoft.com/office/drawing/2014/main" id="{F6D3AD92-83A4-4EA1-A08D-763D0B9CC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54;p30">
              <a:extLst>
                <a:ext uri="{FF2B5EF4-FFF2-40B4-BE49-F238E27FC236}">
                  <a16:creationId xmlns:a16="http://schemas.microsoft.com/office/drawing/2014/main" id="{5BC07FAC-D257-49BB-B811-946137AB530F}"/>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
        <p:nvSpPr>
          <p:cNvPr id="40" name="Google Shape;173;p32">
            <a:extLst>
              <a:ext uri="{FF2B5EF4-FFF2-40B4-BE49-F238E27FC236}">
                <a16:creationId xmlns:a16="http://schemas.microsoft.com/office/drawing/2014/main" id="{5171ACCA-AC3D-41C1-BFF0-0BC678BDDC56}"/>
              </a:ext>
            </a:extLst>
          </p:cNvPr>
          <p:cNvSpPr/>
          <p:nvPr/>
        </p:nvSpPr>
        <p:spPr>
          <a:xfrm>
            <a:off x="758100" y="393890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174;p32">
            <a:extLst>
              <a:ext uri="{FF2B5EF4-FFF2-40B4-BE49-F238E27FC236}">
                <a16:creationId xmlns:a16="http://schemas.microsoft.com/office/drawing/2014/main" id="{3530B176-14B8-4B50-BCA5-9164D5E2248B}"/>
              </a:ext>
            </a:extLst>
          </p:cNvPr>
          <p:cNvSpPr/>
          <p:nvPr/>
        </p:nvSpPr>
        <p:spPr>
          <a:xfrm>
            <a:off x="758100" y="3349568"/>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01CDAF8F-9292-4447-877D-21C8321CA132}"/>
              </a:ext>
            </a:extLst>
          </p:cNvPr>
          <p:cNvSpPr txBox="1">
            <a:spLocks/>
          </p:cNvSpPr>
          <p:nvPr/>
        </p:nvSpPr>
        <p:spPr>
          <a:xfrm>
            <a:off x="1320800" y="2750152"/>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id-ID" sz="1500">
                <a:solidFill>
                  <a:schemeClr val="tx1"/>
                </a:solidFill>
                <a:latin typeface="Lato" panose="020F0502020204030203" pitchFamily="34" charset="0"/>
                <a:ea typeface="Lato" panose="020F0502020204030203" pitchFamily="34" charset="0"/>
                <a:cs typeface="Lato" panose="020F0502020204030203" pitchFamily="34" charset="0"/>
              </a:rPr>
              <a:t>Nama lembaga</a:t>
            </a:r>
          </a:p>
        </p:txBody>
      </p:sp>
      <p:sp>
        <p:nvSpPr>
          <p:cNvPr id="43" name="Google Shape;173;p32">
            <a:extLst>
              <a:ext uri="{FF2B5EF4-FFF2-40B4-BE49-F238E27FC236}">
                <a16:creationId xmlns:a16="http://schemas.microsoft.com/office/drawing/2014/main" id="{C077CB92-229A-4EAB-96C3-DBD1AF5A00FB}"/>
              </a:ext>
            </a:extLst>
          </p:cNvPr>
          <p:cNvSpPr/>
          <p:nvPr/>
        </p:nvSpPr>
        <p:spPr>
          <a:xfrm>
            <a:off x="758100" y="2760229"/>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60BC48D8-2638-451F-8164-BF03C346632A}"/>
              </a:ext>
            </a:extLst>
          </p:cNvPr>
          <p:cNvSpPr/>
          <p:nvPr/>
        </p:nvSpPr>
        <p:spPr>
          <a:xfrm>
            <a:off x="758100" y="453298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846CE8E-AB12-40BD-941E-EE44AF74D109}"/>
              </a:ext>
            </a:extLst>
          </p:cNvPr>
          <p:cNvSpPr txBox="1">
            <a:spLocks/>
          </p:cNvSpPr>
          <p:nvPr/>
        </p:nvSpPr>
        <p:spPr>
          <a:xfrm>
            <a:off x="1337732" y="3355555"/>
            <a:ext cx="7484533"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sv-SE" sz="1500">
                <a:latin typeface="Lato" panose="020F0502020204030203" pitchFamily="34" charset="0"/>
                <a:ea typeface="Lato" panose="020F0502020204030203" pitchFamily="34" charset="0"/>
                <a:cs typeface="Lato" panose="020F0502020204030203" pitchFamily="34" charset="0"/>
              </a:rPr>
              <a:t>Judul penerbitan yang dikasih garis bawah</a:t>
            </a:r>
            <a:endParaRPr lang="id-ID" sz="1500">
              <a:latin typeface="Lato" panose="020F0502020204030203" pitchFamily="34" charset="0"/>
              <a:ea typeface="Lato" panose="020F0502020204030203" pitchFamily="34" charset="0"/>
              <a:cs typeface="Lato" panose="020F0502020204030203" pitchFamily="34" charset="0"/>
            </a:endParaRPr>
          </a:p>
        </p:txBody>
      </p:sp>
      <p:sp>
        <p:nvSpPr>
          <p:cNvPr id="51" name="Google Shape;186;p32">
            <a:extLst>
              <a:ext uri="{FF2B5EF4-FFF2-40B4-BE49-F238E27FC236}">
                <a16:creationId xmlns:a16="http://schemas.microsoft.com/office/drawing/2014/main" id="{2427677C-6DD7-4BB1-A852-55819DCD4A70}"/>
              </a:ext>
            </a:extLst>
          </p:cNvPr>
          <p:cNvSpPr txBox="1">
            <a:spLocks/>
          </p:cNvSpPr>
          <p:nvPr/>
        </p:nvSpPr>
        <p:spPr>
          <a:xfrm>
            <a:off x="1354394" y="3930129"/>
            <a:ext cx="7290072"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Data terkait penerbitan, meliputi tanggal, bulan, serta tahun yang diapit tanda kurung</a:t>
            </a:r>
          </a:p>
        </p:txBody>
      </p:sp>
      <p:sp>
        <p:nvSpPr>
          <p:cNvPr id="52" name="Google Shape;186;p32">
            <a:extLst>
              <a:ext uri="{FF2B5EF4-FFF2-40B4-BE49-F238E27FC236}">
                <a16:creationId xmlns:a16="http://schemas.microsoft.com/office/drawing/2014/main" id="{E5672465-380E-4E90-BBD5-DF017F355B9A}"/>
              </a:ext>
            </a:extLst>
          </p:cNvPr>
          <p:cNvSpPr txBox="1">
            <a:spLocks/>
          </p:cNvSpPr>
          <p:nvPr/>
        </p:nvSpPr>
        <p:spPr>
          <a:xfrm>
            <a:off x="1371328" y="4534938"/>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Nomor halaman atau bisa disingkat dengan ‘hlm.’ atau ‘h’</a:t>
            </a:r>
          </a:p>
        </p:txBody>
      </p:sp>
      <p:sp>
        <p:nvSpPr>
          <p:cNvPr id="53" name="Google Shape;186;p32">
            <a:extLst>
              <a:ext uri="{FF2B5EF4-FFF2-40B4-BE49-F238E27FC236}">
                <a16:creationId xmlns:a16="http://schemas.microsoft.com/office/drawing/2014/main" id="{8A5F66A8-C89E-4C9F-A0A9-86522F614377}"/>
              </a:ext>
            </a:extLst>
          </p:cNvPr>
          <p:cNvSpPr txBox="1">
            <a:spLocks/>
          </p:cNvSpPr>
          <p:nvPr/>
        </p:nvSpPr>
        <p:spPr>
          <a:xfrm>
            <a:off x="758100" y="2741067"/>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4" name="Google Shape;186;p32">
            <a:extLst>
              <a:ext uri="{FF2B5EF4-FFF2-40B4-BE49-F238E27FC236}">
                <a16:creationId xmlns:a16="http://schemas.microsoft.com/office/drawing/2014/main" id="{F2F5EC23-246E-4F5C-A881-83E849AD78B5}"/>
              </a:ext>
            </a:extLst>
          </p:cNvPr>
          <p:cNvSpPr txBox="1">
            <a:spLocks/>
          </p:cNvSpPr>
          <p:nvPr/>
        </p:nvSpPr>
        <p:spPr>
          <a:xfrm>
            <a:off x="741772" y="3344617"/>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5" name="Google Shape;186;p32">
            <a:extLst>
              <a:ext uri="{FF2B5EF4-FFF2-40B4-BE49-F238E27FC236}">
                <a16:creationId xmlns:a16="http://schemas.microsoft.com/office/drawing/2014/main" id="{20C209FC-701E-4760-A31F-B555D5B6F615}"/>
              </a:ext>
            </a:extLst>
          </p:cNvPr>
          <p:cNvSpPr txBox="1">
            <a:spLocks/>
          </p:cNvSpPr>
          <p:nvPr/>
        </p:nvSpPr>
        <p:spPr>
          <a:xfrm>
            <a:off x="741772" y="3923091"/>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6" name="Google Shape;186;p32">
            <a:extLst>
              <a:ext uri="{FF2B5EF4-FFF2-40B4-BE49-F238E27FC236}">
                <a16:creationId xmlns:a16="http://schemas.microsoft.com/office/drawing/2014/main" id="{99158356-8D98-42F9-8095-F151C1DC084D}"/>
              </a:ext>
            </a:extLst>
          </p:cNvPr>
          <p:cNvSpPr txBox="1">
            <a:spLocks/>
          </p:cNvSpPr>
          <p:nvPr/>
        </p:nvSpPr>
        <p:spPr>
          <a:xfrm>
            <a:off x="733608" y="4511039"/>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grpSp>
        <p:nvGrpSpPr>
          <p:cNvPr id="30" name="Google Shape;1086;p57">
            <a:extLst>
              <a:ext uri="{FF2B5EF4-FFF2-40B4-BE49-F238E27FC236}">
                <a16:creationId xmlns:a16="http://schemas.microsoft.com/office/drawing/2014/main" id="{94B37BF2-EE27-4F04-A09A-A2BBD83580E9}"/>
              </a:ext>
            </a:extLst>
          </p:cNvPr>
          <p:cNvGrpSpPr/>
          <p:nvPr/>
        </p:nvGrpSpPr>
        <p:grpSpPr>
          <a:xfrm>
            <a:off x="540389" y="894283"/>
            <a:ext cx="7426744"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31" name="Google Shape;1087;p57">
              <a:extLst>
                <a:ext uri="{FF2B5EF4-FFF2-40B4-BE49-F238E27FC236}">
                  <a16:creationId xmlns:a16="http://schemas.microsoft.com/office/drawing/2014/main" id="{82388D82-7867-4CFA-A80E-DCA39891879E}"/>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88;p57">
              <a:extLst>
                <a:ext uri="{FF2B5EF4-FFF2-40B4-BE49-F238E27FC236}">
                  <a16:creationId xmlns:a16="http://schemas.microsoft.com/office/drawing/2014/main" id="{6E81475C-7FBB-4C34-94CF-74AF2D29CBD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9;p57">
              <a:extLst>
                <a:ext uri="{FF2B5EF4-FFF2-40B4-BE49-F238E27FC236}">
                  <a16:creationId xmlns:a16="http://schemas.microsoft.com/office/drawing/2014/main" id="{C0A92A43-6E2B-4BC9-9899-0A9AED39E87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90;p57">
              <a:extLst>
                <a:ext uri="{FF2B5EF4-FFF2-40B4-BE49-F238E27FC236}">
                  <a16:creationId xmlns:a16="http://schemas.microsoft.com/office/drawing/2014/main" id="{08328D4B-C015-4242-9A90-5FA01AC9E280}"/>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233;p36">
            <a:extLst>
              <a:ext uri="{FF2B5EF4-FFF2-40B4-BE49-F238E27FC236}">
                <a16:creationId xmlns:a16="http://schemas.microsoft.com/office/drawing/2014/main" id="{50DEA89B-2D89-4D64-8187-76736B774BF3}"/>
              </a:ext>
            </a:extLst>
          </p:cNvPr>
          <p:cNvSpPr/>
          <p:nvPr/>
        </p:nvSpPr>
        <p:spPr>
          <a:xfrm>
            <a:off x="279400" y="742399"/>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9" name="Google Shape;242;p36">
            <a:extLst>
              <a:ext uri="{FF2B5EF4-FFF2-40B4-BE49-F238E27FC236}">
                <a16:creationId xmlns:a16="http://schemas.microsoft.com/office/drawing/2014/main" id="{F132D213-A0AF-4E89-873A-DBA7D672521F}"/>
              </a:ext>
            </a:extLst>
          </p:cNvPr>
          <p:cNvGrpSpPr/>
          <p:nvPr/>
        </p:nvGrpSpPr>
        <p:grpSpPr>
          <a:xfrm>
            <a:off x="85003" y="896025"/>
            <a:ext cx="505323" cy="506917"/>
            <a:chOff x="2277720" y="3210840"/>
            <a:chExt cx="342360" cy="343440"/>
          </a:xfrm>
        </p:grpSpPr>
        <p:sp>
          <p:nvSpPr>
            <p:cNvPr id="60" name="Google Shape;243;p36">
              <a:extLst>
                <a:ext uri="{FF2B5EF4-FFF2-40B4-BE49-F238E27FC236}">
                  <a16:creationId xmlns:a16="http://schemas.microsoft.com/office/drawing/2014/main" id="{1C5858EE-B48D-464A-8F73-7EE33C30B8C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1" name="Google Shape;244;p36">
              <a:extLst>
                <a:ext uri="{FF2B5EF4-FFF2-40B4-BE49-F238E27FC236}">
                  <a16:creationId xmlns:a16="http://schemas.microsoft.com/office/drawing/2014/main" id="{5EA20C80-D33F-4B84-81CB-CBC468489524}"/>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2" name="Google Shape;245;p36">
              <a:extLst>
                <a:ext uri="{FF2B5EF4-FFF2-40B4-BE49-F238E27FC236}">
                  <a16:creationId xmlns:a16="http://schemas.microsoft.com/office/drawing/2014/main" id="{3D0F764C-8BCE-4F20-BD58-0CBC6D65DD45}"/>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3" name="Google Shape;246;p36">
              <a:extLst>
                <a:ext uri="{FF2B5EF4-FFF2-40B4-BE49-F238E27FC236}">
                  <a16:creationId xmlns:a16="http://schemas.microsoft.com/office/drawing/2014/main" id="{230B28EF-3B08-48E7-AF6F-51C1D9170897}"/>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4" name="Google Shape;247;p36">
              <a:extLst>
                <a:ext uri="{FF2B5EF4-FFF2-40B4-BE49-F238E27FC236}">
                  <a16:creationId xmlns:a16="http://schemas.microsoft.com/office/drawing/2014/main" id="{E6FE7837-3785-466F-90C8-0E642E0A79D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5" name="Google Shape;248;p36">
              <a:extLst>
                <a:ext uri="{FF2B5EF4-FFF2-40B4-BE49-F238E27FC236}">
                  <a16:creationId xmlns:a16="http://schemas.microsoft.com/office/drawing/2014/main" id="{C1F92EFE-96EE-4462-838C-1E0825E696B3}"/>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6" name="Google Shape;211;p35">
            <a:extLst>
              <a:ext uri="{FF2B5EF4-FFF2-40B4-BE49-F238E27FC236}">
                <a16:creationId xmlns:a16="http://schemas.microsoft.com/office/drawing/2014/main" id="{8F6B63CD-C439-4E51-9198-581648E8C3A9}"/>
              </a:ext>
            </a:extLst>
          </p:cNvPr>
          <p:cNvSpPr txBox="1">
            <a:spLocks noGrp="1"/>
          </p:cNvSpPr>
          <p:nvPr>
            <p:ph type="title"/>
          </p:nvPr>
        </p:nvSpPr>
        <p:spPr>
          <a:xfrm>
            <a:off x="787030" y="873731"/>
            <a:ext cx="6968438"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Cara Membuat Kutipan Dari Berbagai Tulisan</a:t>
            </a:r>
            <a:endParaRPr sz="2200"/>
          </a:p>
        </p:txBody>
      </p:sp>
      <p:sp>
        <p:nvSpPr>
          <p:cNvPr id="67" name="Google Shape;270;p37">
            <a:extLst>
              <a:ext uri="{FF2B5EF4-FFF2-40B4-BE49-F238E27FC236}">
                <a16:creationId xmlns:a16="http://schemas.microsoft.com/office/drawing/2014/main" id="{608E8863-612A-4D35-A979-11485761F697}"/>
              </a:ext>
            </a:extLst>
          </p:cNvPr>
          <p:cNvSpPr txBox="1">
            <a:spLocks/>
          </p:cNvSpPr>
          <p:nvPr/>
        </p:nvSpPr>
        <p:spPr>
          <a:xfrm>
            <a:off x="726622" y="1461411"/>
            <a:ext cx="6606308" cy="693963"/>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B. Kutipan dari penerbitan pemerintah, lembaga, organisasi</a:t>
            </a:r>
          </a:p>
          <a:p>
            <a:pPr marL="0" indent="0"/>
            <a:r>
              <a:rPr lang="id-ID" sz="1500"/>
              <a:t>    atau badan-badan yang terkemuka.</a:t>
            </a:r>
            <a:endParaRPr lang="en-US" sz="1500"/>
          </a:p>
        </p:txBody>
      </p:sp>
      <p:sp>
        <p:nvSpPr>
          <p:cNvPr id="68" name="TextBox 67">
            <a:extLst>
              <a:ext uri="{FF2B5EF4-FFF2-40B4-BE49-F238E27FC236}">
                <a16:creationId xmlns:a16="http://schemas.microsoft.com/office/drawing/2014/main" id="{7E89B7B8-4F47-4568-BB35-DC2BF1C20A50}"/>
              </a:ext>
            </a:extLst>
          </p:cNvPr>
          <p:cNvSpPr txBox="1"/>
          <p:nvPr/>
        </p:nvSpPr>
        <p:spPr>
          <a:xfrm>
            <a:off x="963387" y="2122716"/>
            <a:ext cx="7729086" cy="521282"/>
          </a:xfrm>
          <a:prstGeom prst="rect">
            <a:avLst/>
          </a:prstGeom>
          <a:noFill/>
        </p:spPr>
        <p:txBody>
          <a:bodyPr wrap="square">
            <a:spAutoFit/>
          </a:bodyPr>
          <a:lstStyle/>
          <a:p>
            <a:r>
              <a:rPr lang="en-ID" b="0" i="0">
                <a:solidFill>
                  <a:schemeClr val="tx1"/>
                </a:solidFill>
                <a:effectLst/>
                <a:latin typeface="Lato" panose="020F0502020204030203" pitchFamily="34" charset="0"/>
                <a:ea typeface="Lato" panose="020F0502020204030203" pitchFamily="34" charset="0"/>
                <a:cs typeface="Lato" panose="020F0502020204030203" pitchFamily="34" charset="0"/>
              </a:rPr>
              <a:t>Cara penulisan kutipan yang kedua adalah dari penerbitan lembaga atau organisasi, urutan penulisan dapat digunakan, yaitu:</a:t>
            </a:r>
            <a:endParaRPr lang="en-ID">
              <a:solidFill>
                <a:schemeClr val="tx1"/>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831981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grpSp>
        <p:nvGrpSpPr>
          <p:cNvPr id="19" name="Group 18">
            <a:extLst>
              <a:ext uri="{FF2B5EF4-FFF2-40B4-BE49-F238E27FC236}">
                <a16:creationId xmlns:a16="http://schemas.microsoft.com/office/drawing/2014/main" id="{4DFDDD3E-6D04-4F44-AFA9-3AF45C2E1507}"/>
              </a:ext>
            </a:extLst>
          </p:cNvPr>
          <p:cNvGrpSpPr/>
          <p:nvPr/>
        </p:nvGrpSpPr>
        <p:grpSpPr>
          <a:xfrm>
            <a:off x="5345364" y="124715"/>
            <a:ext cx="3633112" cy="618237"/>
            <a:chOff x="5345364" y="124715"/>
            <a:chExt cx="3633112" cy="618237"/>
          </a:xfrm>
        </p:grpSpPr>
        <p:pic>
          <p:nvPicPr>
            <p:cNvPr id="20" name="Picture 2" descr="Politeknik Negeri Indramayu - Wikipedia bahasa Indonesia ...">
              <a:extLst>
                <a:ext uri="{FF2B5EF4-FFF2-40B4-BE49-F238E27FC236}">
                  <a16:creationId xmlns:a16="http://schemas.microsoft.com/office/drawing/2014/main" id="{F6D3AD92-83A4-4EA1-A08D-763D0B9CC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54;p30">
              <a:extLst>
                <a:ext uri="{FF2B5EF4-FFF2-40B4-BE49-F238E27FC236}">
                  <a16:creationId xmlns:a16="http://schemas.microsoft.com/office/drawing/2014/main" id="{5BC07FAC-D257-49BB-B811-946137AB530F}"/>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
        <p:nvSpPr>
          <p:cNvPr id="40" name="Google Shape;173;p32">
            <a:extLst>
              <a:ext uri="{FF2B5EF4-FFF2-40B4-BE49-F238E27FC236}">
                <a16:creationId xmlns:a16="http://schemas.microsoft.com/office/drawing/2014/main" id="{5171ACCA-AC3D-41C1-BFF0-0BC678BDDC56}"/>
              </a:ext>
            </a:extLst>
          </p:cNvPr>
          <p:cNvSpPr/>
          <p:nvPr/>
        </p:nvSpPr>
        <p:spPr>
          <a:xfrm>
            <a:off x="758100" y="353250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174;p32">
            <a:extLst>
              <a:ext uri="{FF2B5EF4-FFF2-40B4-BE49-F238E27FC236}">
                <a16:creationId xmlns:a16="http://schemas.microsoft.com/office/drawing/2014/main" id="{3530B176-14B8-4B50-BCA5-9164D5E2248B}"/>
              </a:ext>
            </a:extLst>
          </p:cNvPr>
          <p:cNvSpPr/>
          <p:nvPr/>
        </p:nvSpPr>
        <p:spPr>
          <a:xfrm>
            <a:off x="758100" y="2943168"/>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01CDAF8F-9292-4447-877D-21C8321CA132}"/>
              </a:ext>
            </a:extLst>
          </p:cNvPr>
          <p:cNvSpPr txBox="1">
            <a:spLocks/>
          </p:cNvSpPr>
          <p:nvPr/>
        </p:nvSpPr>
        <p:spPr>
          <a:xfrm>
            <a:off x="1320800" y="2369152"/>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i-FI" sz="1500">
                <a:solidFill>
                  <a:schemeClr val="tx1"/>
                </a:solidFill>
                <a:latin typeface="Lato" panose="020F0502020204030203" pitchFamily="34" charset="0"/>
                <a:ea typeface="Lato" panose="020F0502020204030203" pitchFamily="34" charset="0"/>
                <a:cs typeface="Lato" panose="020F0502020204030203" pitchFamily="34" charset="0"/>
              </a:rPr>
              <a:t>Jenis tulisan atau nama pengarang (jika ada)</a:t>
            </a:r>
            <a:endParaRPr lang="id-ID" sz="15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3" name="Google Shape;173;p32">
            <a:extLst>
              <a:ext uri="{FF2B5EF4-FFF2-40B4-BE49-F238E27FC236}">
                <a16:creationId xmlns:a16="http://schemas.microsoft.com/office/drawing/2014/main" id="{C077CB92-229A-4EAB-96C3-DBD1AF5A00FB}"/>
              </a:ext>
            </a:extLst>
          </p:cNvPr>
          <p:cNvSpPr/>
          <p:nvPr/>
        </p:nvSpPr>
        <p:spPr>
          <a:xfrm>
            <a:off x="758100" y="2353829"/>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60BC48D8-2638-451F-8164-BF03C346632A}"/>
              </a:ext>
            </a:extLst>
          </p:cNvPr>
          <p:cNvSpPr/>
          <p:nvPr/>
        </p:nvSpPr>
        <p:spPr>
          <a:xfrm>
            <a:off x="758100" y="412658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846CE8E-AB12-40BD-941E-EE44AF74D109}"/>
              </a:ext>
            </a:extLst>
          </p:cNvPr>
          <p:cNvSpPr txBox="1">
            <a:spLocks/>
          </p:cNvSpPr>
          <p:nvPr/>
        </p:nvSpPr>
        <p:spPr>
          <a:xfrm>
            <a:off x="1337732" y="2949155"/>
            <a:ext cx="7484533"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sv-SE" sz="1500">
                <a:latin typeface="Lato" panose="020F0502020204030203" pitchFamily="34" charset="0"/>
                <a:ea typeface="Lato" panose="020F0502020204030203" pitchFamily="34" charset="0"/>
                <a:cs typeface="Lato" panose="020F0502020204030203" pitchFamily="34" charset="0"/>
              </a:rPr>
              <a:t>Judul berita atau karangan</a:t>
            </a:r>
            <a:endParaRPr lang="id-ID" sz="1500">
              <a:latin typeface="Lato" panose="020F0502020204030203" pitchFamily="34" charset="0"/>
              <a:ea typeface="Lato" panose="020F0502020204030203" pitchFamily="34" charset="0"/>
              <a:cs typeface="Lato" panose="020F0502020204030203" pitchFamily="34" charset="0"/>
            </a:endParaRPr>
          </a:p>
        </p:txBody>
      </p:sp>
      <p:sp>
        <p:nvSpPr>
          <p:cNvPr id="51" name="Google Shape;186;p32">
            <a:extLst>
              <a:ext uri="{FF2B5EF4-FFF2-40B4-BE49-F238E27FC236}">
                <a16:creationId xmlns:a16="http://schemas.microsoft.com/office/drawing/2014/main" id="{2427677C-6DD7-4BB1-A852-55819DCD4A70}"/>
              </a:ext>
            </a:extLst>
          </p:cNvPr>
          <p:cNvSpPr txBox="1">
            <a:spLocks/>
          </p:cNvSpPr>
          <p:nvPr/>
        </p:nvSpPr>
        <p:spPr>
          <a:xfrm>
            <a:off x="1354394" y="3523729"/>
            <a:ext cx="7290072"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Nama surat kabar</a:t>
            </a:r>
          </a:p>
        </p:txBody>
      </p:sp>
      <p:sp>
        <p:nvSpPr>
          <p:cNvPr id="52" name="Google Shape;186;p32">
            <a:extLst>
              <a:ext uri="{FF2B5EF4-FFF2-40B4-BE49-F238E27FC236}">
                <a16:creationId xmlns:a16="http://schemas.microsoft.com/office/drawing/2014/main" id="{E5672465-380E-4E90-BBD5-DF017F355B9A}"/>
              </a:ext>
            </a:extLst>
          </p:cNvPr>
          <p:cNvSpPr txBox="1">
            <a:spLocks/>
          </p:cNvSpPr>
          <p:nvPr/>
        </p:nvSpPr>
        <p:spPr>
          <a:xfrm>
            <a:off x="1371328" y="4128538"/>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Data tentang penerbitan</a:t>
            </a:r>
          </a:p>
        </p:txBody>
      </p:sp>
      <p:sp>
        <p:nvSpPr>
          <p:cNvPr id="53" name="Google Shape;186;p32">
            <a:extLst>
              <a:ext uri="{FF2B5EF4-FFF2-40B4-BE49-F238E27FC236}">
                <a16:creationId xmlns:a16="http://schemas.microsoft.com/office/drawing/2014/main" id="{8A5F66A8-C89E-4C9F-A0A9-86522F614377}"/>
              </a:ext>
            </a:extLst>
          </p:cNvPr>
          <p:cNvSpPr txBox="1">
            <a:spLocks/>
          </p:cNvSpPr>
          <p:nvPr/>
        </p:nvSpPr>
        <p:spPr>
          <a:xfrm>
            <a:off x="758100" y="2334667"/>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4" name="Google Shape;186;p32">
            <a:extLst>
              <a:ext uri="{FF2B5EF4-FFF2-40B4-BE49-F238E27FC236}">
                <a16:creationId xmlns:a16="http://schemas.microsoft.com/office/drawing/2014/main" id="{F2F5EC23-246E-4F5C-A881-83E849AD78B5}"/>
              </a:ext>
            </a:extLst>
          </p:cNvPr>
          <p:cNvSpPr txBox="1">
            <a:spLocks/>
          </p:cNvSpPr>
          <p:nvPr/>
        </p:nvSpPr>
        <p:spPr>
          <a:xfrm>
            <a:off x="741772" y="2938217"/>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5" name="Google Shape;186;p32">
            <a:extLst>
              <a:ext uri="{FF2B5EF4-FFF2-40B4-BE49-F238E27FC236}">
                <a16:creationId xmlns:a16="http://schemas.microsoft.com/office/drawing/2014/main" id="{20C209FC-701E-4760-A31F-B555D5B6F615}"/>
              </a:ext>
            </a:extLst>
          </p:cNvPr>
          <p:cNvSpPr txBox="1">
            <a:spLocks/>
          </p:cNvSpPr>
          <p:nvPr/>
        </p:nvSpPr>
        <p:spPr>
          <a:xfrm>
            <a:off x="741772" y="3516691"/>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6" name="Google Shape;186;p32">
            <a:extLst>
              <a:ext uri="{FF2B5EF4-FFF2-40B4-BE49-F238E27FC236}">
                <a16:creationId xmlns:a16="http://schemas.microsoft.com/office/drawing/2014/main" id="{99158356-8D98-42F9-8095-F151C1DC084D}"/>
              </a:ext>
            </a:extLst>
          </p:cNvPr>
          <p:cNvSpPr txBox="1">
            <a:spLocks/>
          </p:cNvSpPr>
          <p:nvPr/>
        </p:nvSpPr>
        <p:spPr>
          <a:xfrm>
            <a:off x="733608" y="4104639"/>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grpSp>
        <p:nvGrpSpPr>
          <p:cNvPr id="30" name="Google Shape;1086;p57">
            <a:extLst>
              <a:ext uri="{FF2B5EF4-FFF2-40B4-BE49-F238E27FC236}">
                <a16:creationId xmlns:a16="http://schemas.microsoft.com/office/drawing/2014/main" id="{94B37BF2-EE27-4F04-A09A-A2BBD83580E9}"/>
              </a:ext>
            </a:extLst>
          </p:cNvPr>
          <p:cNvGrpSpPr/>
          <p:nvPr/>
        </p:nvGrpSpPr>
        <p:grpSpPr>
          <a:xfrm>
            <a:off x="540389" y="894283"/>
            <a:ext cx="7426744"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31" name="Google Shape;1087;p57">
              <a:extLst>
                <a:ext uri="{FF2B5EF4-FFF2-40B4-BE49-F238E27FC236}">
                  <a16:creationId xmlns:a16="http://schemas.microsoft.com/office/drawing/2014/main" id="{82388D82-7867-4CFA-A80E-DCA39891879E}"/>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88;p57">
              <a:extLst>
                <a:ext uri="{FF2B5EF4-FFF2-40B4-BE49-F238E27FC236}">
                  <a16:creationId xmlns:a16="http://schemas.microsoft.com/office/drawing/2014/main" id="{6E81475C-7FBB-4C34-94CF-74AF2D29CBD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9;p57">
              <a:extLst>
                <a:ext uri="{FF2B5EF4-FFF2-40B4-BE49-F238E27FC236}">
                  <a16:creationId xmlns:a16="http://schemas.microsoft.com/office/drawing/2014/main" id="{C0A92A43-6E2B-4BC9-9899-0A9AED39E87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90;p57">
              <a:extLst>
                <a:ext uri="{FF2B5EF4-FFF2-40B4-BE49-F238E27FC236}">
                  <a16:creationId xmlns:a16="http://schemas.microsoft.com/office/drawing/2014/main" id="{08328D4B-C015-4242-9A90-5FA01AC9E280}"/>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233;p36">
            <a:extLst>
              <a:ext uri="{FF2B5EF4-FFF2-40B4-BE49-F238E27FC236}">
                <a16:creationId xmlns:a16="http://schemas.microsoft.com/office/drawing/2014/main" id="{50DEA89B-2D89-4D64-8187-76736B774BF3}"/>
              </a:ext>
            </a:extLst>
          </p:cNvPr>
          <p:cNvSpPr/>
          <p:nvPr/>
        </p:nvSpPr>
        <p:spPr>
          <a:xfrm>
            <a:off x="279400" y="742399"/>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9" name="Google Shape;242;p36">
            <a:extLst>
              <a:ext uri="{FF2B5EF4-FFF2-40B4-BE49-F238E27FC236}">
                <a16:creationId xmlns:a16="http://schemas.microsoft.com/office/drawing/2014/main" id="{F132D213-A0AF-4E89-873A-DBA7D672521F}"/>
              </a:ext>
            </a:extLst>
          </p:cNvPr>
          <p:cNvGrpSpPr/>
          <p:nvPr/>
        </p:nvGrpSpPr>
        <p:grpSpPr>
          <a:xfrm>
            <a:off x="85003" y="896025"/>
            <a:ext cx="505323" cy="506917"/>
            <a:chOff x="2277720" y="3210840"/>
            <a:chExt cx="342360" cy="343440"/>
          </a:xfrm>
        </p:grpSpPr>
        <p:sp>
          <p:nvSpPr>
            <p:cNvPr id="60" name="Google Shape;243;p36">
              <a:extLst>
                <a:ext uri="{FF2B5EF4-FFF2-40B4-BE49-F238E27FC236}">
                  <a16:creationId xmlns:a16="http://schemas.microsoft.com/office/drawing/2014/main" id="{1C5858EE-B48D-464A-8F73-7EE33C30B8C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1" name="Google Shape;244;p36">
              <a:extLst>
                <a:ext uri="{FF2B5EF4-FFF2-40B4-BE49-F238E27FC236}">
                  <a16:creationId xmlns:a16="http://schemas.microsoft.com/office/drawing/2014/main" id="{5EA20C80-D33F-4B84-81CB-CBC468489524}"/>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2" name="Google Shape;245;p36">
              <a:extLst>
                <a:ext uri="{FF2B5EF4-FFF2-40B4-BE49-F238E27FC236}">
                  <a16:creationId xmlns:a16="http://schemas.microsoft.com/office/drawing/2014/main" id="{3D0F764C-8BCE-4F20-BD58-0CBC6D65DD45}"/>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3" name="Google Shape;246;p36">
              <a:extLst>
                <a:ext uri="{FF2B5EF4-FFF2-40B4-BE49-F238E27FC236}">
                  <a16:creationId xmlns:a16="http://schemas.microsoft.com/office/drawing/2014/main" id="{230B28EF-3B08-48E7-AF6F-51C1D9170897}"/>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4" name="Google Shape;247;p36">
              <a:extLst>
                <a:ext uri="{FF2B5EF4-FFF2-40B4-BE49-F238E27FC236}">
                  <a16:creationId xmlns:a16="http://schemas.microsoft.com/office/drawing/2014/main" id="{E6FE7837-3785-466F-90C8-0E642E0A79D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5" name="Google Shape;248;p36">
              <a:extLst>
                <a:ext uri="{FF2B5EF4-FFF2-40B4-BE49-F238E27FC236}">
                  <a16:creationId xmlns:a16="http://schemas.microsoft.com/office/drawing/2014/main" id="{C1F92EFE-96EE-4462-838C-1E0825E696B3}"/>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6" name="Google Shape;211;p35">
            <a:extLst>
              <a:ext uri="{FF2B5EF4-FFF2-40B4-BE49-F238E27FC236}">
                <a16:creationId xmlns:a16="http://schemas.microsoft.com/office/drawing/2014/main" id="{8F6B63CD-C439-4E51-9198-581648E8C3A9}"/>
              </a:ext>
            </a:extLst>
          </p:cNvPr>
          <p:cNvSpPr txBox="1">
            <a:spLocks noGrp="1"/>
          </p:cNvSpPr>
          <p:nvPr>
            <p:ph type="title"/>
          </p:nvPr>
        </p:nvSpPr>
        <p:spPr>
          <a:xfrm>
            <a:off x="787030" y="873731"/>
            <a:ext cx="6968438"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Cara Membuat Kutipan Dari Berbagai Tulisan</a:t>
            </a:r>
            <a:endParaRPr sz="2200"/>
          </a:p>
        </p:txBody>
      </p:sp>
      <p:sp>
        <p:nvSpPr>
          <p:cNvPr id="67" name="Google Shape;270;p37">
            <a:extLst>
              <a:ext uri="{FF2B5EF4-FFF2-40B4-BE49-F238E27FC236}">
                <a16:creationId xmlns:a16="http://schemas.microsoft.com/office/drawing/2014/main" id="{608E8863-612A-4D35-A979-11485761F697}"/>
              </a:ext>
            </a:extLst>
          </p:cNvPr>
          <p:cNvSpPr txBox="1">
            <a:spLocks/>
          </p:cNvSpPr>
          <p:nvPr/>
        </p:nvSpPr>
        <p:spPr>
          <a:xfrm>
            <a:off x="726622" y="1143911"/>
            <a:ext cx="6606308" cy="693963"/>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C. Kutipan dari surat kabar</a:t>
            </a:r>
            <a:endParaRPr lang="en-US" sz="1500"/>
          </a:p>
        </p:txBody>
      </p:sp>
      <p:sp>
        <p:nvSpPr>
          <p:cNvPr id="68" name="TextBox 67">
            <a:extLst>
              <a:ext uri="{FF2B5EF4-FFF2-40B4-BE49-F238E27FC236}">
                <a16:creationId xmlns:a16="http://schemas.microsoft.com/office/drawing/2014/main" id="{7E89B7B8-4F47-4568-BB35-DC2BF1C20A50}"/>
              </a:ext>
            </a:extLst>
          </p:cNvPr>
          <p:cNvSpPr txBox="1"/>
          <p:nvPr/>
        </p:nvSpPr>
        <p:spPr>
          <a:xfrm>
            <a:off x="963387" y="1805216"/>
            <a:ext cx="7729086" cy="521282"/>
          </a:xfrm>
          <a:prstGeom prst="rect">
            <a:avLst/>
          </a:prstGeom>
          <a:noFill/>
        </p:spPr>
        <p:txBody>
          <a:bodyPr wrap="square">
            <a:spAutoFit/>
          </a:bodyPr>
          <a:lstStyle/>
          <a:p>
            <a:r>
              <a:rPr lang="en-ID" b="0" i="0">
                <a:solidFill>
                  <a:schemeClr val="tx1"/>
                </a:solidFill>
                <a:effectLst/>
                <a:latin typeface="Lato" panose="020F0502020204030203" pitchFamily="34" charset="0"/>
                <a:ea typeface="Lato" panose="020F0502020204030203" pitchFamily="34" charset="0"/>
                <a:cs typeface="Lato" panose="020F0502020204030203" pitchFamily="34" charset="0"/>
              </a:rPr>
              <a:t>Cara penulisan kutipan yang ketiga yaitu surat kabar, berikut ini adalah urutan penulisan kutipan dari surat kabar, diantaranya yaitu:</a:t>
            </a:r>
            <a:endParaRPr lang="en-ID">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33" name="Google Shape;174;p32">
            <a:extLst>
              <a:ext uri="{FF2B5EF4-FFF2-40B4-BE49-F238E27FC236}">
                <a16:creationId xmlns:a16="http://schemas.microsoft.com/office/drawing/2014/main" id="{D2AE58DE-35B4-45FE-B355-A454375B9809}"/>
              </a:ext>
            </a:extLst>
          </p:cNvPr>
          <p:cNvSpPr/>
          <p:nvPr/>
        </p:nvSpPr>
        <p:spPr>
          <a:xfrm>
            <a:off x="766264" y="466337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86;p32">
            <a:extLst>
              <a:ext uri="{FF2B5EF4-FFF2-40B4-BE49-F238E27FC236}">
                <a16:creationId xmlns:a16="http://schemas.microsoft.com/office/drawing/2014/main" id="{51B747EF-F648-480E-98B7-7870D2258254}"/>
              </a:ext>
            </a:extLst>
          </p:cNvPr>
          <p:cNvSpPr txBox="1">
            <a:spLocks/>
          </p:cNvSpPr>
          <p:nvPr/>
        </p:nvSpPr>
        <p:spPr>
          <a:xfrm>
            <a:off x="1371328" y="4664693"/>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bagian (opsional) seperti, nomor halaman, kolom.</a:t>
            </a:r>
          </a:p>
        </p:txBody>
      </p:sp>
      <p:sp>
        <p:nvSpPr>
          <p:cNvPr id="35" name="Google Shape;186;p32">
            <a:extLst>
              <a:ext uri="{FF2B5EF4-FFF2-40B4-BE49-F238E27FC236}">
                <a16:creationId xmlns:a16="http://schemas.microsoft.com/office/drawing/2014/main" id="{81EF6E80-F5F3-4FA1-97D1-69852A5D2B41}"/>
              </a:ext>
            </a:extLst>
          </p:cNvPr>
          <p:cNvSpPr txBox="1">
            <a:spLocks/>
          </p:cNvSpPr>
          <p:nvPr/>
        </p:nvSpPr>
        <p:spPr>
          <a:xfrm>
            <a:off x="741772" y="4641433"/>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05</a:t>
            </a:r>
          </a:p>
        </p:txBody>
      </p:sp>
    </p:spTree>
    <p:extLst>
      <p:ext uri="{BB962C8B-B14F-4D97-AF65-F5344CB8AC3E}">
        <p14:creationId xmlns:p14="http://schemas.microsoft.com/office/powerpoint/2010/main" val="3460813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grpSp>
        <p:nvGrpSpPr>
          <p:cNvPr id="19" name="Group 18">
            <a:extLst>
              <a:ext uri="{FF2B5EF4-FFF2-40B4-BE49-F238E27FC236}">
                <a16:creationId xmlns:a16="http://schemas.microsoft.com/office/drawing/2014/main" id="{4DFDDD3E-6D04-4F44-AFA9-3AF45C2E1507}"/>
              </a:ext>
            </a:extLst>
          </p:cNvPr>
          <p:cNvGrpSpPr/>
          <p:nvPr/>
        </p:nvGrpSpPr>
        <p:grpSpPr>
          <a:xfrm>
            <a:off x="5345364" y="124715"/>
            <a:ext cx="3633112" cy="618237"/>
            <a:chOff x="5345364" y="124715"/>
            <a:chExt cx="3633112" cy="618237"/>
          </a:xfrm>
        </p:grpSpPr>
        <p:pic>
          <p:nvPicPr>
            <p:cNvPr id="20" name="Picture 2" descr="Politeknik Negeri Indramayu - Wikipedia bahasa Indonesia ...">
              <a:extLst>
                <a:ext uri="{FF2B5EF4-FFF2-40B4-BE49-F238E27FC236}">
                  <a16:creationId xmlns:a16="http://schemas.microsoft.com/office/drawing/2014/main" id="{F6D3AD92-83A4-4EA1-A08D-763D0B9CC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54;p30">
              <a:extLst>
                <a:ext uri="{FF2B5EF4-FFF2-40B4-BE49-F238E27FC236}">
                  <a16:creationId xmlns:a16="http://schemas.microsoft.com/office/drawing/2014/main" id="{5BC07FAC-D257-49BB-B811-946137AB530F}"/>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
        <p:nvSpPr>
          <p:cNvPr id="40" name="Google Shape;173;p32">
            <a:extLst>
              <a:ext uri="{FF2B5EF4-FFF2-40B4-BE49-F238E27FC236}">
                <a16:creationId xmlns:a16="http://schemas.microsoft.com/office/drawing/2014/main" id="{5171ACCA-AC3D-41C1-BFF0-0BC678BDDC56}"/>
              </a:ext>
            </a:extLst>
          </p:cNvPr>
          <p:cNvSpPr/>
          <p:nvPr/>
        </p:nvSpPr>
        <p:spPr>
          <a:xfrm>
            <a:off x="758100" y="363410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174;p32">
            <a:extLst>
              <a:ext uri="{FF2B5EF4-FFF2-40B4-BE49-F238E27FC236}">
                <a16:creationId xmlns:a16="http://schemas.microsoft.com/office/drawing/2014/main" id="{3530B176-14B8-4B50-BCA5-9164D5E2248B}"/>
              </a:ext>
            </a:extLst>
          </p:cNvPr>
          <p:cNvSpPr/>
          <p:nvPr/>
        </p:nvSpPr>
        <p:spPr>
          <a:xfrm>
            <a:off x="758100" y="3044768"/>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01CDAF8F-9292-4447-877D-21C8321CA132}"/>
              </a:ext>
            </a:extLst>
          </p:cNvPr>
          <p:cNvSpPr txBox="1">
            <a:spLocks/>
          </p:cNvSpPr>
          <p:nvPr/>
        </p:nvSpPr>
        <p:spPr>
          <a:xfrm>
            <a:off x="1320800" y="2470752"/>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i-FI" sz="1500">
                <a:solidFill>
                  <a:schemeClr val="tx1"/>
                </a:solidFill>
                <a:latin typeface="Lato" panose="020F0502020204030203" pitchFamily="34" charset="0"/>
                <a:ea typeface="Lato" panose="020F0502020204030203" pitchFamily="34" charset="0"/>
                <a:cs typeface="Lato" panose="020F0502020204030203" pitchFamily="34" charset="0"/>
              </a:rPr>
              <a:t>Nama pengarang</a:t>
            </a:r>
            <a:endParaRPr lang="id-ID" sz="15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3" name="Google Shape;173;p32">
            <a:extLst>
              <a:ext uri="{FF2B5EF4-FFF2-40B4-BE49-F238E27FC236}">
                <a16:creationId xmlns:a16="http://schemas.microsoft.com/office/drawing/2014/main" id="{C077CB92-229A-4EAB-96C3-DBD1AF5A00FB}"/>
              </a:ext>
            </a:extLst>
          </p:cNvPr>
          <p:cNvSpPr/>
          <p:nvPr/>
        </p:nvSpPr>
        <p:spPr>
          <a:xfrm>
            <a:off x="758100" y="2455429"/>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60BC48D8-2638-451F-8164-BF03C346632A}"/>
              </a:ext>
            </a:extLst>
          </p:cNvPr>
          <p:cNvSpPr/>
          <p:nvPr/>
        </p:nvSpPr>
        <p:spPr>
          <a:xfrm>
            <a:off x="758100" y="422818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846CE8E-AB12-40BD-941E-EE44AF74D109}"/>
              </a:ext>
            </a:extLst>
          </p:cNvPr>
          <p:cNvSpPr txBox="1">
            <a:spLocks/>
          </p:cNvSpPr>
          <p:nvPr/>
        </p:nvSpPr>
        <p:spPr>
          <a:xfrm>
            <a:off x="1337732" y="3050755"/>
            <a:ext cx="7484533"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sv-SE" sz="1500">
                <a:latin typeface="Lato" panose="020F0502020204030203" pitchFamily="34" charset="0"/>
                <a:ea typeface="Lato" panose="020F0502020204030203" pitchFamily="34" charset="0"/>
                <a:cs typeface="Lato" panose="020F0502020204030203" pitchFamily="34" charset="0"/>
              </a:rPr>
              <a:t>judul artikel yang dilengkapi tanda petik</a:t>
            </a:r>
            <a:endParaRPr lang="id-ID" sz="1500">
              <a:latin typeface="Lato" panose="020F0502020204030203" pitchFamily="34" charset="0"/>
              <a:ea typeface="Lato" panose="020F0502020204030203" pitchFamily="34" charset="0"/>
              <a:cs typeface="Lato" panose="020F0502020204030203" pitchFamily="34" charset="0"/>
            </a:endParaRPr>
          </a:p>
        </p:txBody>
      </p:sp>
      <p:sp>
        <p:nvSpPr>
          <p:cNvPr id="51" name="Google Shape;186;p32">
            <a:extLst>
              <a:ext uri="{FF2B5EF4-FFF2-40B4-BE49-F238E27FC236}">
                <a16:creationId xmlns:a16="http://schemas.microsoft.com/office/drawing/2014/main" id="{2427677C-6DD7-4BB1-A852-55819DCD4A70}"/>
              </a:ext>
            </a:extLst>
          </p:cNvPr>
          <p:cNvSpPr txBox="1">
            <a:spLocks/>
          </p:cNvSpPr>
          <p:nvPr/>
        </p:nvSpPr>
        <p:spPr>
          <a:xfrm>
            <a:off x="1354394" y="3625329"/>
            <a:ext cx="7290072"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Nama jurnal yang ditulis miring</a:t>
            </a:r>
          </a:p>
        </p:txBody>
      </p:sp>
      <p:sp>
        <p:nvSpPr>
          <p:cNvPr id="52" name="Google Shape;186;p32">
            <a:extLst>
              <a:ext uri="{FF2B5EF4-FFF2-40B4-BE49-F238E27FC236}">
                <a16:creationId xmlns:a16="http://schemas.microsoft.com/office/drawing/2014/main" id="{E5672465-380E-4E90-BBD5-DF017F355B9A}"/>
              </a:ext>
            </a:extLst>
          </p:cNvPr>
          <p:cNvSpPr txBox="1">
            <a:spLocks/>
          </p:cNvSpPr>
          <p:nvPr/>
        </p:nvSpPr>
        <p:spPr>
          <a:xfrm>
            <a:off x="1371328" y="4141238"/>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Nomor volume, meliputi nomor halaman, tempat, bulan dan tahun penerbitan serta nomor halaman.</a:t>
            </a:r>
          </a:p>
        </p:txBody>
      </p:sp>
      <p:sp>
        <p:nvSpPr>
          <p:cNvPr id="53" name="Google Shape;186;p32">
            <a:extLst>
              <a:ext uri="{FF2B5EF4-FFF2-40B4-BE49-F238E27FC236}">
                <a16:creationId xmlns:a16="http://schemas.microsoft.com/office/drawing/2014/main" id="{8A5F66A8-C89E-4C9F-A0A9-86522F614377}"/>
              </a:ext>
            </a:extLst>
          </p:cNvPr>
          <p:cNvSpPr txBox="1">
            <a:spLocks/>
          </p:cNvSpPr>
          <p:nvPr/>
        </p:nvSpPr>
        <p:spPr>
          <a:xfrm>
            <a:off x="758100" y="2436267"/>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4" name="Google Shape;186;p32">
            <a:extLst>
              <a:ext uri="{FF2B5EF4-FFF2-40B4-BE49-F238E27FC236}">
                <a16:creationId xmlns:a16="http://schemas.microsoft.com/office/drawing/2014/main" id="{F2F5EC23-246E-4F5C-A881-83E849AD78B5}"/>
              </a:ext>
            </a:extLst>
          </p:cNvPr>
          <p:cNvSpPr txBox="1">
            <a:spLocks/>
          </p:cNvSpPr>
          <p:nvPr/>
        </p:nvSpPr>
        <p:spPr>
          <a:xfrm>
            <a:off x="741772" y="3039817"/>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5" name="Google Shape;186;p32">
            <a:extLst>
              <a:ext uri="{FF2B5EF4-FFF2-40B4-BE49-F238E27FC236}">
                <a16:creationId xmlns:a16="http://schemas.microsoft.com/office/drawing/2014/main" id="{20C209FC-701E-4760-A31F-B555D5B6F615}"/>
              </a:ext>
            </a:extLst>
          </p:cNvPr>
          <p:cNvSpPr txBox="1">
            <a:spLocks/>
          </p:cNvSpPr>
          <p:nvPr/>
        </p:nvSpPr>
        <p:spPr>
          <a:xfrm>
            <a:off x="741772" y="3618291"/>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6" name="Google Shape;186;p32">
            <a:extLst>
              <a:ext uri="{FF2B5EF4-FFF2-40B4-BE49-F238E27FC236}">
                <a16:creationId xmlns:a16="http://schemas.microsoft.com/office/drawing/2014/main" id="{99158356-8D98-42F9-8095-F151C1DC084D}"/>
              </a:ext>
            </a:extLst>
          </p:cNvPr>
          <p:cNvSpPr txBox="1">
            <a:spLocks/>
          </p:cNvSpPr>
          <p:nvPr/>
        </p:nvSpPr>
        <p:spPr>
          <a:xfrm>
            <a:off x="733608" y="4206239"/>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grpSp>
        <p:nvGrpSpPr>
          <p:cNvPr id="30" name="Google Shape;1086;p57">
            <a:extLst>
              <a:ext uri="{FF2B5EF4-FFF2-40B4-BE49-F238E27FC236}">
                <a16:creationId xmlns:a16="http://schemas.microsoft.com/office/drawing/2014/main" id="{94B37BF2-EE27-4F04-A09A-A2BBD83580E9}"/>
              </a:ext>
            </a:extLst>
          </p:cNvPr>
          <p:cNvGrpSpPr/>
          <p:nvPr/>
        </p:nvGrpSpPr>
        <p:grpSpPr>
          <a:xfrm>
            <a:off x="540389" y="894283"/>
            <a:ext cx="7426744"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31" name="Google Shape;1087;p57">
              <a:extLst>
                <a:ext uri="{FF2B5EF4-FFF2-40B4-BE49-F238E27FC236}">
                  <a16:creationId xmlns:a16="http://schemas.microsoft.com/office/drawing/2014/main" id="{82388D82-7867-4CFA-A80E-DCA39891879E}"/>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88;p57">
              <a:extLst>
                <a:ext uri="{FF2B5EF4-FFF2-40B4-BE49-F238E27FC236}">
                  <a16:creationId xmlns:a16="http://schemas.microsoft.com/office/drawing/2014/main" id="{6E81475C-7FBB-4C34-94CF-74AF2D29CBD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9;p57">
              <a:extLst>
                <a:ext uri="{FF2B5EF4-FFF2-40B4-BE49-F238E27FC236}">
                  <a16:creationId xmlns:a16="http://schemas.microsoft.com/office/drawing/2014/main" id="{C0A92A43-6E2B-4BC9-9899-0A9AED39E87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90;p57">
              <a:extLst>
                <a:ext uri="{FF2B5EF4-FFF2-40B4-BE49-F238E27FC236}">
                  <a16:creationId xmlns:a16="http://schemas.microsoft.com/office/drawing/2014/main" id="{08328D4B-C015-4242-9A90-5FA01AC9E280}"/>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233;p36">
            <a:extLst>
              <a:ext uri="{FF2B5EF4-FFF2-40B4-BE49-F238E27FC236}">
                <a16:creationId xmlns:a16="http://schemas.microsoft.com/office/drawing/2014/main" id="{50DEA89B-2D89-4D64-8187-76736B774BF3}"/>
              </a:ext>
            </a:extLst>
          </p:cNvPr>
          <p:cNvSpPr/>
          <p:nvPr/>
        </p:nvSpPr>
        <p:spPr>
          <a:xfrm>
            <a:off x="279400" y="742399"/>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9" name="Google Shape;242;p36">
            <a:extLst>
              <a:ext uri="{FF2B5EF4-FFF2-40B4-BE49-F238E27FC236}">
                <a16:creationId xmlns:a16="http://schemas.microsoft.com/office/drawing/2014/main" id="{F132D213-A0AF-4E89-873A-DBA7D672521F}"/>
              </a:ext>
            </a:extLst>
          </p:cNvPr>
          <p:cNvGrpSpPr/>
          <p:nvPr/>
        </p:nvGrpSpPr>
        <p:grpSpPr>
          <a:xfrm>
            <a:off x="85003" y="896025"/>
            <a:ext cx="505323" cy="506917"/>
            <a:chOff x="2277720" y="3210840"/>
            <a:chExt cx="342360" cy="343440"/>
          </a:xfrm>
        </p:grpSpPr>
        <p:sp>
          <p:nvSpPr>
            <p:cNvPr id="60" name="Google Shape;243;p36">
              <a:extLst>
                <a:ext uri="{FF2B5EF4-FFF2-40B4-BE49-F238E27FC236}">
                  <a16:creationId xmlns:a16="http://schemas.microsoft.com/office/drawing/2014/main" id="{1C5858EE-B48D-464A-8F73-7EE33C30B8C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1" name="Google Shape;244;p36">
              <a:extLst>
                <a:ext uri="{FF2B5EF4-FFF2-40B4-BE49-F238E27FC236}">
                  <a16:creationId xmlns:a16="http://schemas.microsoft.com/office/drawing/2014/main" id="{5EA20C80-D33F-4B84-81CB-CBC468489524}"/>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2" name="Google Shape;245;p36">
              <a:extLst>
                <a:ext uri="{FF2B5EF4-FFF2-40B4-BE49-F238E27FC236}">
                  <a16:creationId xmlns:a16="http://schemas.microsoft.com/office/drawing/2014/main" id="{3D0F764C-8BCE-4F20-BD58-0CBC6D65DD45}"/>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3" name="Google Shape;246;p36">
              <a:extLst>
                <a:ext uri="{FF2B5EF4-FFF2-40B4-BE49-F238E27FC236}">
                  <a16:creationId xmlns:a16="http://schemas.microsoft.com/office/drawing/2014/main" id="{230B28EF-3B08-48E7-AF6F-51C1D9170897}"/>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4" name="Google Shape;247;p36">
              <a:extLst>
                <a:ext uri="{FF2B5EF4-FFF2-40B4-BE49-F238E27FC236}">
                  <a16:creationId xmlns:a16="http://schemas.microsoft.com/office/drawing/2014/main" id="{E6FE7837-3785-466F-90C8-0E642E0A79D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5" name="Google Shape;248;p36">
              <a:extLst>
                <a:ext uri="{FF2B5EF4-FFF2-40B4-BE49-F238E27FC236}">
                  <a16:creationId xmlns:a16="http://schemas.microsoft.com/office/drawing/2014/main" id="{C1F92EFE-96EE-4462-838C-1E0825E696B3}"/>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6" name="Google Shape;211;p35">
            <a:extLst>
              <a:ext uri="{FF2B5EF4-FFF2-40B4-BE49-F238E27FC236}">
                <a16:creationId xmlns:a16="http://schemas.microsoft.com/office/drawing/2014/main" id="{8F6B63CD-C439-4E51-9198-581648E8C3A9}"/>
              </a:ext>
            </a:extLst>
          </p:cNvPr>
          <p:cNvSpPr txBox="1">
            <a:spLocks noGrp="1"/>
          </p:cNvSpPr>
          <p:nvPr>
            <p:ph type="title"/>
          </p:nvPr>
        </p:nvSpPr>
        <p:spPr>
          <a:xfrm>
            <a:off x="787030" y="873731"/>
            <a:ext cx="6968438"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Cara Membuat Kutipan Dari Berbagai Tulisan</a:t>
            </a:r>
            <a:endParaRPr sz="2200"/>
          </a:p>
        </p:txBody>
      </p:sp>
      <p:sp>
        <p:nvSpPr>
          <p:cNvPr id="67" name="Google Shape;270;p37">
            <a:extLst>
              <a:ext uri="{FF2B5EF4-FFF2-40B4-BE49-F238E27FC236}">
                <a16:creationId xmlns:a16="http://schemas.microsoft.com/office/drawing/2014/main" id="{608E8863-612A-4D35-A979-11485761F697}"/>
              </a:ext>
            </a:extLst>
          </p:cNvPr>
          <p:cNvSpPr txBox="1">
            <a:spLocks/>
          </p:cNvSpPr>
          <p:nvPr/>
        </p:nvSpPr>
        <p:spPr>
          <a:xfrm>
            <a:off x="726622" y="1143911"/>
            <a:ext cx="6606308" cy="693963"/>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D. Kutipan dari artikel dalam jurnal</a:t>
            </a:r>
            <a:endParaRPr lang="en-US" sz="1500"/>
          </a:p>
        </p:txBody>
      </p:sp>
      <p:sp>
        <p:nvSpPr>
          <p:cNvPr id="68" name="TextBox 67">
            <a:extLst>
              <a:ext uri="{FF2B5EF4-FFF2-40B4-BE49-F238E27FC236}">
                <a16:creationId xmlns:a16="http://schemas.microsoft.com/office/drawing/2014/main" id="{7E89B7B8-4F47-4568-BB35-DC2BF1C20A50}"/>
              </a:ext>
            </a:extLst>
          </p:cNvPr>
          <p:cNvSpPr txBox="1"/>
          <p:nvPr/>
        </p:nvSpPr>
        <p:spPr>
          <a:xfrm>
            <a:off x="963387" y="1805216"/>
            <a:ext cx="7729086" cy="521282"/>
          </a:xfrm>
          <a:prstGeom prst="rect">
            <a:avLst/>
          </a:prstGeom>
          <a:noFill/>
        </p:spPr>
        <p:txBody>
          <a:bodyPr wrap="square">
            <a:spAutoFit/>
          </a:bodyPr>
          <a:lstStyle/>
          <a:p>
            <a:r>
              <a:rPr lang="en-ID" b="0" i="0">
                <a:solidFill>
                  <a:schemeClr val="tx1"/>
                </a:solidFill>
                <a:effectLst/>
                <a:latin typeface="Lato" panose="020F0502020204030203" pitchFamily="34" charset="0"/>
                <a:ea typeface="Lato" panose="020F0502020204030203" pitchFamily="34" charset="0"/>
                <a:cs typeface="Lato" panose="020F0502020204030203" pitchFamily="34" charset="0"/>
              </a:rPr>
              <a:t>Cara mengutip yang keempat adalah melalui artikel atau jurnal, cara penulisannya, sebagai berikut:</a:t>
            </a:r>
            <a:endParaRPr lang="en-ID">
              <a:solidFill>
                <a:schemeClr val="tx1"/>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599391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grpSp>
        <p:nvGrpSpPr>
          <p:cNvPr id="19" name="Group 18">
            <a:extLst>
              <a:ext uri="{FF2B5EF4-FFF2-40B4-BE49-F238E27FC236}">
                <a16:creationId xmlns:a16="http://schemas.microsoft.com/office/drawing/2014/main" id="{4DFDDD3E-6D04-4F44-AFA9-3AF45C2E1507}"/>
              </a:ext>
            </a:extLst>
          </p:cNvPr>
          <p:cNvGrpSpPr/>
          <p:nvPr/>
        </p:nvGrpSpPr>
        <p:grpSpPr>
          <a:xfrm>
            <a:off x="5345364" y="124715"/>
            <a:ext cx="3633112" cy="618237"/>
            <a:chOff x="5345364" y="124715"/>
            <a:chExt cx="3633112" cy="618237"/>
          </a:xfrm>
        </p:grpSpPr>
        <p:pic>
          <p:nvPicPr>
            <p:cNvPr id="20" name="Picture 2" descr="Politeknik Negeri Indramayu - Wikipedia bahasa Indonesia ...">
              <a:extLst>
                <a:ext uri="{FF2B5EF4-FFF2-40B4-BE49-F238E27FC236}">
                  <a16:creationId xmlns:a16="http://schemas.microsoft.com/office/drawing/2014/main" id="{F6D3AD92-83A4-4EA1-A08D-763D0B9CC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54;p30">
              <a:extLst>
                <a:ext uri="{FF2B5EF4-FFF2-40B4-BE49-F238E27FC236}">
                  <a16:creationId xmlns:a16="http://schemas.microsoft.com/office/drawing/2014/main" id="{5BC07FAC-D257-49BB-B811-946137AB530F}"/>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
        <p:nvSpPr>
          <p:cNvPr id="40" name="Google Shape;173;p32">
            <a:extLst>
              <a:ext uri="{FF2B5EF4-FFF2-40B4-BE49-F238E27FC236}">
                <a16:creationId xmlns:a16="http://schemas.microsoft.com/office/drawing/2014/main" id="{5171ACCA-AC3D-41C1-BFF0-0BC678BDDC56}"/>
              </a:ext>
            </a:extLst>
          </p:cNvPr>
          <p:cNvSpPr/>
          <p:nvPr/>
        </p:nvSpPr>
        <p:spPr>
          <a:xfrm>
            <a:off x="758100" y="338010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174;p32">
            <a:extLst>
              <a:ext uri="{FF2B5EF4-FFF2-40B4-BE49-F238E27FC236}">
                <a16:creationId xmlns:a16="http://schemas.microsoft.com/office/drawing/2014/main" id="{3530B176-14B8-4B50-BCA5-9164D5E2248B}"/>
              </a:ext>
            </a:extLst>
          </p:cNvPr>
          <p:cNvSpPr/>
          <p:nvPr/>
        </p:nvSpPr>
        <p:spPr>
          <a:xfrm>
            <a:off x="758100" y="2790768"/>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01CDAF8F-9292-4447-877D-21C8321CA132}"/>
              </a:ext>
            </a:extLst>
          </p:cNvPr>
          <p:cNvSpPr txBox="1">
            <a:spLocks/>
          </p:cNvSpPr>
          <p:nvPr/>
        </p:nvSpPr>
        <p:spPr>
          <a:xfrm>
            <a:off x="1384300" y="2191352"/>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i-FI" sz="1500">
                <a:solidFill>
                  <a:schemeClr val="tx1"/>
                </a:solidFill>
                <a:latin typeface="Lato" panose="020F0502020204030203" pitchFamily="34" charset="0"/>
                <a:ea typeface="Lato" panose="020F0502020204030203" pitchFamily="34" charset="0"/>
                <a:cs typeface="Lato" panose="020F0502020204030203" pitchFamily="34" charset="0"/>
              </a:rPr>
              <a:t>Nama asli penulis</a:t>
            </a:r>
            <a:endParaRPr lang="id-ID" sz="15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3" name="Google Shape;173;p32">
            <a:extLst>
              <a:ext uri="{FF2B5EF4-FFF2-40B4-BE49-F238E27FC236}">
                <a16:creationId xmlns:a16="http://schemas.microsoft.com/office/drawing/2014/main" id="{C077CB92-229A-4EAB-96C3-DBD1AF5A00FB}"/>
              </a:ext>
            </a:extLst>
          </p:cNvPr>
          <p:cNvSpPr/>
          <p:nvPr/>
        </p:nvSpPr>
        <p:spPr>
          <a:xfrm>
            <a:off x="758100" y="2201429"/>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60BC48D8-2638-451F-8164-BF03C346632A}"/>
              </a:ext>
            </a:extLst>
          </p:cNvPr>
          <p:cNvSpPr/>
          <p:nvPr/>
        </p:nvSpPr>
        <p:spPr>
          <a:xfrm>
            <a:off x="758100" y="397418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846CE8E-AB12-40BD-941E-EE44AF74D109}"/>
              </a:ext>
            </a:extLst>
          </p:cNvPr>
          <p:cNvSpPr txBox="1">
            <a:spLocks/>
          </p:cNvSpPr>
          <p:nvPr/>
        </p:nvSpPr>
        <p:spPr>
          <a:xfrm>
            <a:off x="1337732" y="2796755"/>
            <a:ext cx="7484533"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sv-SE" sz="1500">
                <a:latin typeface="Lato" panose="020F0502020204030203" pitchFamily="34" charset="0"/>
                <a:ea typeface="Lato" panose="020F0502020204030203" pitchFamily="34" charset="0"/>
                <a:cs typeface="Lato" panose="020F0502020204030203" pitchFamily="34" charset="0"/>
              </a:rPr>
              <a:t> Judul asli buku atau judul terjemahan</a:t>
            </a:r>
            <a:endParaRPr lang="id-ID" sz="1500">
              <a:latin typeface="Lato" panose="020F0502020204030203" pitchFamily="34" charset="0"/>
              <a:ea typeface="Lato" panose="020F0502020204030203" pitchFamily="34" charset="0"/>
              <a:cs typeface="Lato" panose="020F0502020204030203" pitchFamily="34" charset="0"/>
            </a:endParaRPr>
          </a:p>
        </p:txBody>
      </p:sp>
      <p:sp>
        <p:nvSpPr>
          <p:cNvPr id="51" name="Google Shape;186;p32">
            <a:extLst>
              <a:ext uri="{FF2B5EF4-FFF2-40B4-BE49-F238E27FC236}">
                <a16:creationId xmlns:a16="http://schemas.microsoft.com/office/drawing/2014/main" id="{2427677C-6DD7-4BB1-A852-55819DCD4A70}"/>
              </a:ext>
            </a:extLst>
          </p:cNvPr>
          <p:cNvSpPr txBox="1">
            <a:spLocks/>
          </p:cNvSpPr>
          <p:nvPr/>
        </p:nvSpPr>
        <p:spPr>
          <a:xfrm>
            <a:off x="1354394" y="3371329"/>
            <a:ext cx="7290072"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Penerjemah yang dapat disingkat menjadi ‘terj.’,</a:t>
            </a:r>
          </a:p>
        </p:txBody>
      </p:sp>
      <p:sp>
        <p:nvSpPr>
          <p:cNvPr id="52" name="Google Shape;186;p32">
            <a:extLst>
              <a:ext uri="{FF2B5EF4-FFF2-40B4-BE49-F238E27FC236}">
                <a16:creationId xmlns:a16="http://schemas.microsoft.com/office/drawing/2014/main" id="{E5672465-380E-4E90-BBD5-DF017F355B9A}"/>
              </a:ext>
            </a:extLst>
          </p:cNvPr>
          <p:cNvSpPr txBox="1">
            <a:spLocks/>
          </p:cNvSpPr>
          <p:nvPr/>
        </p:nvSpPr>
        <p:spPr>
          <a:xfrm>
            <a:off x="1371328" y="3976138"/>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Nama kota ; penerbit, tahun,</a:t>
            </a:r>
          </a:p>
        </p:txBody>
      </p:sp>
      <p:sp>
        <p:nvSpPr>
          <p:cNvPr id="53" name="Google Shape;186;p32">
            <a:extLst>
              <a:ext uri="{FF2B5EF4-FFF2-40B4-BE49-F238E27FC236}">
                <a16:creationId xmlns:a16="http://schemas.microsoft.com/office/drawing/2014/main" id="{8A5F66A8-C89E-4C9F-A0A9-86522F614377}"/>
              </a:ext>
            </a:extLst>
          </p:cNvPr>
          <p:cNvSpPr txBox="1">
            <a:spLocks/>
          </p:cNvSpPr>
          <p:nvPr/>
        </p:nvSpPr>
        <p:spPr>
          <a:xfrm>
            <a:off x="758100" y="2182267"/>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4" name="Google Shape;186;p32">
            <a:extLst>
              <a:ext uri="{FF2B5EF4-FFF2-40B4-BE49-F238E27FC236}">
                <a16:creationId xmlns:a16="http://schemas.microsoft.com/office/drawing/2014/main" id="{F2F5EC23-246E-4F5C-A881-83E849AD78B5}"/>
              </a:ext>
            </a:extLst>
          </p:cNvPr>
          <p:cNvSpPr txBox="1">
            <a:spLocks/>
          </p:cNvSpPr>
          <p:nvPr/>
        </p:nvSpPr>
        <p:spPr>
          <a:xfrm>
            <a:off x="741772" y="2785817"/>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5" name="Google Shape;186;p32">
            <a:extLst>
              <a:ext uri="{FF2B5EF4-FFF2-40B4-BE49-F238E27FC236}">
                <a16:creationId xmlns:a16="http://schemas.microsoft.com/office/drawing/2014/main" id="{20C209FC-701E-4760-A31F-B555D5B6F615}"/>
              </a:ext>
            </a:extLst>
          </p:cNvPr>
          <p:cNvSpPr txBox="1">
            <a:spLocks/>
          </p:cNvSpPr>
          <p:nvPr/>
        </p:nvSpPr>
        <p:spPr>
          <a:xfrm>
            <a:off x="741772" y="3364291"/>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6" name="Google Shape;186;p32">
            <a:extLst>
              <a:ext uri="{FF2B5EF4-FFF2-40B4-BE49-F238E27FC236}">
                <a16:creationId xmlns:a16="http://schemas.microsoft.com/office/drawing/2014/main" id="{99158356-8D98-42F9-8095-F151C1DC084D}"/>
              </a:ext>
            </a:extLst>
          </p:cNvPr>
          <p:cNvSpPr txBox="1">
            <a:spLocks/>
          </p:cNvSpPr>
          <p:nvPr/>
        </p:nvSpPr>
        <p:spPr>
          <a:xfrm>
            <a:off x="733608" y="3952239"/>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grpSp>
        <p:nvGrpSpPr>
          <p:cNvPr id="30" name="Google Shape;1086;p57">
            <a:extLst>
              <a:ext uri="{FF2B5EF4-FFF2-40B4-BE49-F238E27FC236}">
                <a16:creationId xmlns:a16="http://schemas.microsoft.com/office/drawing/2014/main" id="{94B37BF2-EE27-4F04-A09A-A2BBD83580E9}"/>
              </a:ext>
            </a:extLst>
          </p:cNvPr>
          <p:cNvGrpSpPr/>
          <p:nvPr/>
        </p:nvGrpSpPr>
        <p:grpSpPr>
          <a:xfrm>
            <a:off x="540389" y="894283"/>
            <a:ext cx="7426744"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31" name="Google Shape;1087;p57">
              <a:extLst>
                <a:ext uri="{FF2B5EF4-FFF2-40B4-BE49-F238E27FC236}">
                  <a16:creationId xmlns:a16="http://schemas.microsoft.com/office/drawing/2014/main" id="{82388D82-7867-4CFA-A80E-DCA39891879E}"/>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88;p57">
              <a:extLst>
                <a:ext uri="{FF2B5EF4-FFF2-40B4-BE49-F238E27FC236}">
                  <a16:creationId xmlns:a16="http://schemas.microsoft.com/office/drawing/2014/main" id="{6E81475C-7FBB-4C34-94CF-74AF2D29CBD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9;p57">
              <a:extLst>
                <a:ext uri="{FF2B5EF4-FFF2-40B4-BE49-F238E27FC236}">
                  <a16:creationId xmlns:a16="http://schemas.microsoft.com/office/drawing/2014/main" id="{C0A92A43-6E2B-4BC9-9899-0A9AED39E87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90;p57">
              <a:extLst>
                <a:ext uri="{FF2B5EF4-FFF2-40B4-BE49-F238E27FC236}">
                  <a16:creationId xmlns:a16="http://schemas.microsoft.com/office/drawing/2014/main" id="{08328D4B-C015-4242-9A90-5FA01AC9E280}"/>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233;p36">
            <a:extLst>
              <a:ext uri="{FF2B5EF4-FFF2-40B4-BE49-F238E27FC236}">
                <a16:creationId xmlns:a16="http://schemas.microsoft.com/office/drawing/2014/main" id="{50DEA89B-2D89-4D64-8187-76736B774BF3}"/>
              </a:ext>
            </a:extLst>
          </p:cNvPr>
          <p:cNvSpPr/>
          <p:nvPr/>
        </p:nvSpPr>
        <p:spPr>
          <a:xfrm>
            <a:off x="279400" y="742399"/>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9" name="Google Shape;242;p36">
            <a:extLst>
              <a:ext uri="{FF2B5EF4-FFF2-40B4-BE49-F238E27FC236}">
                <a16:creationId xmlns:a16="http://schemas.microsoft.com/office/drawing/2014/main" id="{F132D213-A0AF-4E89-873A-DBA7D672521F}"/>
              </a:ext>
            </a:extLst>
          </p:cNvPr>
          <p:cNvGrpSpPr/>
          <p:nvPr/>
        </p:nvGrpSpPr>
        <p:grpSpPr>
          <a:xfrm>
            <a:off x="85003" y="896025"/>
            <a:ext cx="505323" cy="506917"/>
            <a:chOff x="2277720" y="3210840"/>
            <a:chExt cx="342360" cy="343440"/>
          </a:xfrm>
        </p:grpSpPr>
        <p:sp>
          <p:nvSpPr>
            <p:cNvPr id="60" name="Google Shape;243;p36">
              <a:extLst>
                <a:ext uri="{FF2B5EF4-FFF2-40B4-BE49-F238E27FC236}">
                  <a16:creationId xmlns:a16="http://schemas.microsoft.com/office/drawing/2014/main" id="{1C5858EE-B48D-464A-8F73-7EE33C30B8C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1" name="Google Shape;244;p36">
              <a:extLst>
                <a:ext uri="{FF2B5EF4-FFF2-40B4-BE49-F238E27FC236}">
                  <a16:creationId xmlns:a16="http://schemas.microsoft.com/office/drawing/2014/main" id="{5EA20C80-D33F-4B84-81CB-CBC468489524}"/>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2" name="Google Shape;245;p36">
              <a:extLst>
                <a:ext uri="{FF2B5EF4-FFF2-40B4-BE49-F238E27FC236}">
                  <a16:creationId xmlns:a16="http://schemas.microsoft.com/office/drawing/2014/main" id="{3D0F764C-8BCE-4F20-BD58-0CBC6D65DD45}"/>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3" name="Google Shape;246;p36">
              <a:extLst>
                <a:ext uri="{FF2B5EF4-FFF2-40B4-BE49-F238E27FC236}">
                  <a16:creationId xmlns:a16="http://schemas.microsoft.com/office/drawing/2014/main" id="{230B28EF-3B08-48E7-AF6F-51C1D9170897}"/>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4" name="Google Shape;247;p36">
              <a:extLst>
                <a:ext uri="{FF2B5EF4-FFF2-40B4-BE49-F238E27FC236}">
                  <a16:creationId xmlns:a16="http://schemas.microsoft.com/office/drawing/2014/main" id="{E6FE7837-3785-466F-90C8-0E642E0A79D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5" name="Google Shape;248;p36">
              <a:extLst>
                <a:ext uri="{FF2B5EF4-FFF2-40B4-BE49-F238E27FC236}">
                  <a16:creationId xmlns:a16="http://schemas.microsoft.com/office/drawing/2014/main" id="{C1F92EFE-96EE-4462-838C-1E0825E696B3}"/>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6" name="Google Shape;211;p35">
            <a:extLst>
              <a:ext uri="{FF2B5EF4-FFF2-40B4-BE49-F238E27FC236}">
                <a16:creationId xmlns:a16="http://schemas.microsoft.com/office/drawing/2014/main" id="{8F6B63CD-C439-4E51-9198-581648E8C3A9}"/>
              </a:ext>
            </a:extLst>
          </p:cNvPr>
          <p:cNvSpPr txBox="1">
            <a:spLocks noGrp="1"/>
          </p:cNvSpPr>
          <p:nvPr>
            <p:ph type="title"/>
          </p:nvPr>
        </p:nvSpPr>
        <p:spPr>
          <a:xfrm>
            <a:off x="787030" y="873731"/>
            <a:ext cx="6968438"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Cara Membuat Kutipan Dari Berbagai Tulisan</a:t>
            </a:r>
            <a:endParaRPr sz="2200"/>
          </a:p>
        </p:txBody>
      </p:sp>
      <p:sp>
        <p:nvSpPr>
          <p:cNvPr id="67" name="Google Shape;270;p37">
            <a:extLst>
              <a:ext uri="{FF2B5EF4-FFF2-40B4-BE49-F238E27FC236}">
                <a16:creationId xmlns:a16="http://schemas.microsoft.com/office/drawing/2014/main" id="{608E8863-612A-4D35-A979-11485761F697}"/>
              </a:ext>
            </a:extLst>
          </p:cNvPr>
          <p:cNvSpPr txBox="1">
            <a:spLocks/>
          </p:cNvSpPr>
          <p:nvPr/>
        </p:nvSpPr>
        <p:spPr>
          <a:xfrm>
            <a:off x="726622" y="1143911"/>
            <a:ext cx="6606308" cy="693963"/>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E. Kutipan dari terjemahan</a:t>
            </a:r>
            <a:endParaRPr lang="en-US" sz="1500"/>
          </a:p>
        </p:txBody>
      </p:sp>
      <p:sp>
        <p:nvSpPr>
          <p:cNvPr id="68" name="TextBox 67">
            <a:extLst>
              <a:ext uri="{FF2B5EF4-FFF2-40B4-BE49-F238E27FC236}">
                <a16:creationId xmlns:a16="http://schemas.microsoft.com/office/drawing/2014/main" id="{7E89B7B8-4F47-4568-BB35-DC2BF1C20A50}"/>
              </a:ext>
            </a:extLst>
          </p:cNvPr>
          <p:cNvSpPr txBox="1"/>
          <p:nvPr/>
        </p:nvSpPr>
        <p:spPr>
          <a:xfrm>
            <a:off x="963387" y="1805216"/>
            <a:ext cx="7729086" cy="307777"/>
          </a:xfrm>
          <a:prstGeom prst="rect">
            <a:avLst/>
          </a:prstGeom>
          <a:noFill/>
        </p:spPr>
        <p:txBody>
          <a:bodyPr wrap="square">
            <a:spAutoFit/>
          </a:bodyPr>
          <a:lstStyle/>
          <a:p>
            <a:r>
              <a:rPr lang="fi-FI" b="0" i="0">
                <a:solidFill>
                  <a:schemeClr val="tx1"/>
                </a:solidFill>
                <a:effectLst/>
                <a:latin typeface="Lato" panose="020F0502020204030203" pitchFamily="34" charset="0"/>
                <a:ea typeface="Lato" panose="020F0502020204030203" pitchFamily="34" charset="0"/>
                <a:cs typeface="Lato" panose="020F0502020204030203" pitchFamily="34" charset="0"/>
              </a:rPr>
              <a:t>Cara penulisan kutipan dari terjemahan, yaitu:</a:t>
            </a:r>
            <a:endParaRPr lang="en-ID">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33" name="Google Shape;174;p32">
            <a:extLst>
              <a:ext uri="{FF2B5EF4-FFF2-40B4-BE49-F238E27FC236}">
                <a16:creationId xmlns:a16="http://schemas.microsoft.com/office/drawing/2014/main" id="{D2AE58DE-35B4-45FE-B355-A454375B9809}"/>
              </a:ext>
            </a:extLst>
          </p:cNvPr>
          <p:cNvSpPr/>
          <p:nvPr/>
        </p:nvSpPr>
        <p:spPr>
          <a:xfrm>
            <a:off x="766264" y="451097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86;p32">
            <a:extLst>
              <a:ext uri="{FF2B5EF4-FFF2-40B4-BE49-F238E27FC236}">
                <a16:creationId xmlns:a16="http://schemas.microsoft.com/office/drawing/2014/main" id="{51B747EF-F648-480E-98B7-7870D2258254}"/>
              </a:ext>
            </a:extLst>
          </p:cNvPr>
          <p:cNvSpPr txBox="1">
            <a:spLocks/>
          </p:cNvSpPr>
          <p:nvPr/>
        </p:nvSpPr>
        <p:spPr>
          <a:xfrm>
            <a:off x="1371328" y="4512293"/>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Nomor halaman.</a:t>
            </a:r>
          </a:p>
        </p:txBody>
      </p:sp>
      <p:sp>
        <p:nvSpPr>
          <p:cNvPr id="35" name="Google Shape;186;p32">
            <a:extLst>
              <a:ext uri="{FF2B5EF4-FFF2-40B4-BE49-F238E27FC236}">
                <a16:creationId xmlns:a16="http://schemas.microsoft.com/office/drawing/2014/main" id="{81EF6E80-F5F3-4FA1-97D1-69852A5D2B41}"/>
              </a:ext>
            </a:extLst>
          </p:cNvPr>
          <p:cNvSpPr txBox="1">
            <a:spLocks/>
          </p:cNvSpPr>
          <p:nvPr/>
        </p:nvSpPr>
        <p:spPr>
          <a:xfrm>
            <a:off x="741772" y="4489033"/>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05</a:t>
            </a:r>
          </a:p>
        </p:txBody>
      </p:sp>
    </p:spTree>
    <p:extLst>
      <p:ext uri="{BB962C8B-B14F-4D97-AF65-F5344CB8AC3E}">
        <p14:creationId xmlns:p14="http://schemas.microsoft.com/office/powerpoint/2010/main" val="3364168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grpSp>
        <p:nvGrpSpPr>
          <p:cNvPr id="19" name="Group 18">
            <a:extLst>
              <a:ext uri="{FF2B5EF4-FFF2-40B4-BE49-F238E27FC236}">
                <a16:creationId xmlns:a16="http://schemas.microsoft.com/office/drawing/2014/main" id="{4DFDDD3E-6D04-4F44-AFA9-3AF45C2E1507}"/>
              </a:ext>
            </a:extLst>
          </p:cNvPr>
          <p:cNvGrpSpPr/>
          <p:nvPr/>
        </p:nvGrpSpPr>
        <p:grpSpPr>
          <a:xfrm>
            <a:off x="5345364" y="124715"/>
            <a:ext cx="3633112" cy="618237"/>
            <a:chOff x="5345364" y="124715"/>
            <a:chExt cx="3633112" cy="618237"/>
          </a:xfrm>
        </p:grpSpPr>
        <p:pic>
          <p:nvPicPr>
            <p:cNvPr id="20" name="Picture 2" descr="Politeknik Negeri Indramayu - Wikipedia bahasa Indonesia ...">
              <a:extLst>
                <a:ext uri="{FF2B5EF4-FFF2-40B4-BE49-F238E27FC236}">
                  <a16:creationId xmlns:a16="http://schemas.microsoft.com/office/drawing/2014/main" id="{F6D3AD92-83A4-4EA1-A08D-763D0B9CC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54;p30">
              <a:extLst>
                <a:ext uri="{FF2B5EF4-FFF2-40B4-BE49-F238E27FC236}">
                  <a16:creationId xmlns:a16="http://schemas.microsoft.com/office/drawing/2014/main" id="{5BC07FAC-D257-49BB-B811-946137AB530F}"/>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sp>
        <p:nvSpPr>
          <p:cNvPr id="40" name="Google Shape;173;p32">
            <a:extLst>
              <a:ext uri="{FF2B5EF4-FFF2-40B4-BE49-F238E27FC236}">
                <a16:creationId xmlns:a16="http://schemas.microsoft.com/office/drawing/2014/main" id="{5171ACCA-AC3D-41C1-BFF0-0BC678BDDC56}"/>
              </a:ext>
            </a:extLst>
          </p:cNvPr>
          <p:cNvSpPr/>
          <p:nvPr/>
        </p:nvSpPr>
        <p:spPr>
          <a:xfrm>
            <a:off x="758100" y="338010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174;p32">
            <a:extLst>
              <a:ext uri="{FF2B5EF4-FFF2-40B4-BE49-F238E27FC236}">
                <a16:creationId xmlns:a16="http://schemas.microsoft.com/office/drawing/2014/main" id="{3530B176-14B8-4B50-BCA5-9164D5E2248B}"/>
              </a:ext>
            </a:extLst>
          </p:cNvPr>
          <p:cNvSpPr/>
          <p:nvPr/>
        </p:nvSpPr>
        <p:spPr>
          <a:xfrm>
            <a:off x="758100" y="2790768"/>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186;p32">
            <a:extLst>
              <a:ext uri="{FF2B5EF4-FFF2-40B4-BE49-F238E27FC236}">
                <a16:creationId xmlns:a16="http://schemas.microsoft.com/office/drawing/2014/main" id="{01CDAF8F-9292-4447-877D-21C8321CA132}"/>
              </a:ext>
            </a:extLst>
          </p:cNvPr>
          <p:cNvSpPr txBox="1">
            <a:spLocks/>
          </p:cNvSpPr>
          <p:nvPr/>
        </p:nvSpPr>
        <p:spPr>
          <a:xfrm>
            <a:off x="1384300" y="2204052"/>
            <a:ext cx="7484533" cy="45537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i-FI" sz="1500">
                <a:solidFill>
                  <a:schemeClr val="tx1"/>
                </a:solidFill>
                <a:latin typeface="Lato" panose="020F0502020204030203" pitchFamily="34" charset="0"/>
                <a:ea typeface="Lato" panose="020F0502020204030203" pitchFamily="34" charset="0"/>
                <a:cs typeface="Lato" panose="020F0502020204030203" pitchFamily="34" charset="0"/>
              </a:rPr>
              <a:t>Nama pengarang,</a:t>
            </a:r>
            <a:endParaRPr lang="id-ID" sz="15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3" name="Google Shape;173;p32">
            <a:extLst>
              <a:ext uri="{FF2B5EF4-FFF2-40B4-BE49-F238E27FC236}">
                <a16:creationId xmlns:a16="http://schemas.microsoft.com/office/drawing/2014/main" id="{C077CB92-229A-4EAB-96C3-DBD1AF5A00FB}"/>
              </a:ext>
            </a:extLst>
          </p:cNvPr>
          <p:cNvSpPr/>
          <p:nvPr/>
        </p:nvSpPr>
        <p:spPr>
          <a:xfrm>
            <a:off x="758100" y="2201429"/>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74;p32">
            <a:extLst>
              <a:ext uri="{FF2B5EF4-FFF2-40B4-BE49-F238E27FC236}">
                <a16:creationId xmlns:a16="http://schemas.microsoft.com/office/drawing/2014/main" id="{60BC48D8-2638-451F-8164-BF03C346632A}"/>
              </a:ext>
            </a:extLst>
          </p:cNvPr>
          <p:cNvSpPr/>
          <p:nvPr/>
        </p:nvSpPr>
        <p:spPr>
          <a:xfrm>
            <a:off x="758100" y="3974183"/>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86;p32">
            <a:extLst>
              <a:ext uri="{FF2B5EF4-FFF2-40B4-BE49-F238E27FC236}">
                <a16:creationId xmlns:a16="http://schemas.microsoft.com/office/drawing/2014/main" id="{A846CE8E-AB12-40BD-941E-EE44AF74D109}"/>
              </a:ext>
            </a:extLst>
          </p:cNvPr>
          <p:cNvSpPr txBox="1">
            <a:spLocks/>
          </p:cNvSpPr>
          <p:nvPr/>
        </p:nvSpPr>
        <p:spPr>
          <a:xfrm>
            <a:off x="1337732" y="2796755"/>
            <a:ext cx="7484533" cy="442669"/>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sv-SE" sz="1500">
                <a:latin typeface="Lato" panose="020F0502020204030203" pitchFamily="34" charset="0"/>
                <a:ea typeface="Lato" panose="020F0502020204030203" pitchFamily="34" charset="0"/>
                <a:cs typeface="Lato" panose="020F0502020204030203" pitchFamily="34" charset="0"/>
              </a:rPr>
              <a:t>Judul artikel yang diapit tanda petik,</a:t>
            </a:r>
            <a:endParaRPr lang="id-ID" sz="1500">
              <a:latin typeface="Lato" panose="020F0502020204030203" pitchFamily="34" charset="0"/>
              <a:ea typeface="Lato" panose="020F0502020204030203" pitchFamily="34" charset="0"/>
              <a:cs typeface="Lato" panose="020F0502020204030203" pitchFamily="34" charset="0"/>
            </a:endParaRPr>
          </a:p>
        </p:txBody>
      </p:sp>
      <p:sp>
        <p:nvSpPr>
          <p:cNvPr id="51" name="Google Shape;186;p32">
            <a:extLst>
              <a:ext uri="{FF2B5EF4-FFF2-40B4-BE49-F238E27FC236}">
                <a16:creationId xmlns:a16="http://schemas.microsoft.com/office/drawing/2014/main" id="{2427677C-6DD7-4BB1-A852-55819DCD4A70}"/>
              </a:ext>
            </a:extLst>
          </p:cNvPr>
          <p:cNvSpPr txBox="1">
            <a:spLocks/>
          </p:cNvSpPr>
          <p:nvPr/>
        </p:nvSpPr>
        <p:spPr>
          <a:xfrm>
            <a:off x="1354394" y="3371329"/>
            <a:ext cx="7290072" cy="389448"/>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Nama majalah yang dicetak miring (koma diletakkan sebelum tanda petik terakhir)</a:t>
            </a:r>
          </a:p>
        </p:txBody>
      </p:sp>
      <p:sp>
        <p:nvSpPr>
          <p:cNvPr id="52" name="Google Shape;186;p32">
            <a:extLst>
              <a:ext uri="{FF2B5EF4-FFF2-40B4-BE49-F238E27FC236}">
                <a16:creationId xmlns:a16="http://schemas.microsoft.com/office/drawing/2014/main" id="{E5672465-380E-4E90-BBD5-DF017F355B9A}"/>
              </a:ext>
            </a:extLst>
          </p:cNvPr>
          <p:cNvSpPr txBox="1">
            <a:spLocks/>
          </p:cNvSpPr>
          <p:nvPr/>
        </p:nvSpPr>
        <p:spPr>
          <a:xfrm>
            <a:off x="1371328" y="3976138"/>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Nomor dan tanggal penerbitan</a:t>
            </a:r>
          </a:p>
        </p:txBody>
      </p:sp>
      <p:sp>
        <p:nvSpPr>
          <p:cNvPr id="53" name="Google Shape;186;p32">
            <a:extLst>
              <a:ext uri="{FF2B5EF4-FFF2-40B4-BE49-F238E27FC236}">
                <a16:creationId xmlns:a16="http://schemas.microsoft.com/office/drawing/2014/main" id="{8A5F66A8-C89E-4C9F-A0A9-86522F614377}"/>
              </a:ext>
            </a:extLst>
          </p:cNvPr>
          <p:cNvSpPr txBox="1">
            <a:spLocks/>
          </p:cNvSpPr>
          <p:nvPr/>
        </p:nvSpPr>
        <p:spPr>
          <a:xfrm>
            <a:off x="758100" y="2182267"/>
            <a:ext cx="463821" cy="374945"/>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01</a:t>
            </a:r>
          </a:p>
        </p:txBody>
      </p:sp>
      <p:sp>
        <p:nvSpPr>
          <p:cNvPr id="54" name="Google Shape;186;p32">
            <a:extLst>
              <a:ext uri="{FF2B5EF4-FFF2-40B4-BE49-F238E27FC236}">
                <a16:creationId xmlns:a16="http://schemas.microsoft.com/office/drawing/2014/main" id="{F2F5EC23-246E-4F5C-A881-83E849AD78B5}"/>
              </a:ext>
            </a:extLst>
          </p:cNvPr>
          <p:cNvSpPr txBox="1">
            <a:spLocks/>
          </p:cNvSpPr>
          <p:nvPr/>
        </p:nvSpPr>
        <p:spPr>
          <a:xfrm>
            <a:off x="741772" y="2785817"/>
            <a:ext cx="545464"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02</a:t>
            </a:r>
          </a:p>
        </p:txBody>
      </p:sp>
      <p:sp>
        <p:nvSpPr>
          <p:cNvPr id="55" name="Google Shape;186;p32">
            <a:extLst>
              <a:ext uri="{FF2B5EF4-FFF2-40B4-BE49-F238E27FC236}">
                <a16:creationId xmlns:a16="http://schemas.microsoft.com/office/drawing/2014/main" id="{20C209FC-701E-4760-A31F-B555D5B6F615}"/>
              </a:ext>
            </a:extLst>
          </p:cNvPr>
          <p:cNvSpPr txBox="1">
            <a:spLocks/>
          </p:cNvSpPr>
          <p:nvPr/>
        </p:nvSpPr>
        <p:spPr>
          <a:xfrm>
            <a:off x="741772" y="3364291"/>
            <a:ext cx="537300"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03</a:t>
            </a:r>
          </a:p>
        </p:txBody>
      </p:sp>
      <p:sp>
        <p:nvSpPr>
          <p:cNvPr id="56" name="Google Shape;186;p32">
            <a:extLst>
              <a:ext uri="{FF2B5EF4-FFF2-40B4-BE49-F238E27FC236}">
                <a16:creationId xmlns:a16="http://schemas.microsoft.com/office/drawing/2014/main" id="{99158356-8D98-42F9-8095-F151C1DC084D}"/>
              </a:ext>
            </a:extLst>
          </p:cNvPr>
          <p:cNvSpPr txBox="1">
            <a:spLocks/>
          </p:cNvSpPr>
          <p:nvPr/>
        </p:nvSpPr>
        <p:spPr>
          <a:xfrm>
            <a:off x="733608" y="3952239"/>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04</a:t>
            </a:r>
          </a:p>
        </p:txBody>
      </p:sp>
      <p:grpSp>
        <p:nvGrpSpPr>
          <p:cNvPr id="30" name="Google Shape;1086;p57">
            <a:extLst>
              <a:ext uri="{FF2B5EF4-FFF2-40B4-BE49-F238E27FC236}">
                <a16:creationId xmlns:a16="http://schemas.microsoft.com/office/drawing/2014/main" id="{94B37BF2-EE27-4F04-A09A-A2BBD83580E9}"/>
              </a:ext>
            </a:extLst>
          </p:cNvPr>
          <p:cNvGrpSpPr/>
          <p:nvPr/>
        </p:nvGrpSpPr>
        <p:grpSpPr>
          <a:xfrm>
            <a:off x="540389" y="894283"/>
            <a:ext cx="7426744"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31" name="Google Shape;1087;p57">
              <a:extLst>
                <a:ext uri="{FF2B5EF4-FFF2-40B4-BE49-F238E27FC236}">
                  <a16:creationId xmlns:a16="http://schemas.microsoft.com/office/drawing/2014/main" id="{82388D82-7867-4CFA-A80E-DCA39891879E}"/>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88;p57">
              <a:extLst>
                <a:ext uri="{FF2B5EF4-FFF2-40B4-BE49-F238E27FC236}">
                  <a16:creationId xmlns:a16="http://schemas.microsoft.com/office/drawing/2014/main" id="{6E81475C-7FBB-4C34-94CF-74AF2D29CBDC}"/>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9;p57">
              <a:extLst>
                <a:ext uri="{FF2B5EF4-FFF2-40B4-BE49-F238E27FC236}">
                  <a16:creationId xmlns:a16="http://schemas.microsoft.com/office/drawing/2014/main" id="{C0A92A43-6E2B-4BC9-9899-0A9AED39E877}"/>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90;p57">
              <a:extLst>
                <a:ext uri="{FF2B5EF4-FFF2-40B4-BE49-F238E27FC236}">
                  <a16:creationId xmlns:a16="http://schemas.microsoft.com/office/drawing/2014/main" id="{08328D4B-C015-4242-9A90-5FA01AC9E280}"/>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233;p36">
            <a:extLst>
              <a:ext uri="{FF2B5EF4-FFF2-40B4-BE49-F238E27FC236}">
                <a16:creationId xmlns:a16="http://schemas.microsoft.com/office/drawing/2014/main" id="{50DEA89B-2D89-4D64-8187-76736B774BF3}"/>
              </a:ext>
            </a:extLst>
          </p:cNvPr>
          <p:cNvSpPr/>
          <p:nvPr/>
        </p:nvSpPr>
        <p:spPr>
          <a:xfrm>
            <a:off x="279400" y="742399"/>
            <a:ext cx="508223" cy="508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9" name="Google Shape;242;p36">
            <a:extLst>
              <a:ext uri="{FF2B5EF4-FFF2-40B4-BE49-F238E27FC236}">
                <a16:creationId xmlns:a16="http://schemas.microsoft.com/office/drawing/2014/main" id="{F132D213-A0AF-4E89-873A-DBA7D672521F}"/>
              </a:ext>
            </a:extLst>
          </p:cNvPr>
          <p:cNvGrpSpPr/>
          <p:nvPr/>
        </p:nvGrpSpPr>
        <p:grpSpPr>
          <a:xfrm>
            <a:off x="85003" y="896025"/>
            <a:ext cx="505323" cy="506917"/>
            <a:chOff x="2277720" y="3210840"/>
            <a:chExt cx="342360" cy="343440"/>
          </a:xfrm>
        </p:grpSpPr>
        <p:sp>
          <p:nvSpPr>
            <p:cNvPr id="60" name="Google Shape;243;p36">
              <a:extLst>
                <a:ext uri="{FF2B5EF4-FFF2-40B4-BE49-F238E27FC236}">
                  <a16:creationId xmlns:a16="http://schemas.microsoft.com/office/drawing/2014/main" id="{1C5858EE-B48D-464A-8F73-7EE33C30B8C4}"/>
                </a:ext>
              </a:extLst>
            </p:cNvPr>
            <p:cNvSpPr/>
            <p:nvPr/>
          </p:nvSpPr>
          <p:spPr>
            <a:xfrm>
              <a:off x="2277720" y="3298680"/>
              <a:ext cx="123840" cy="255240"/>
            </a:xfrm>
            <a:custGeom>
              <a:avLst/>
              <a:gdLst/>
              <a:ahLst/>
              <a:cxnLst/>
              <a:rect l="l" t="t" r="r" b="b"/>
              <a:pathLst>
                <a:path w="344" h="709" extrusionOk="0">
                  <a:moveTo>
                    <a:pt x="220" y="663"/>
                  </a:moveTo>
                  <a:lnTo>
                    <a:pt x="263" y="189"/>
                  </a:lnTo>
                  <a:cubicBezTo>
                    <a:pt x="265" y="165"/>
                    <a:pt x="273" y="141"/>
                    <a:pt x="285" y="120"/>
                  </a:cubicBezTo>
                  <a:cubicBezTo>
                    <a:pt x="293" y="105"/>
                    <a:pt x="304" y="92"/>
                    <a:pt x="316" y="81"/>
                  </a:cubicBezTo>
                  <a:cubicBezTo>
                    <a:pt x="325" y="73"/>
                    <a:pt x="334" y="66"/>
                    <a:pt x="344" y="60"/>
                  </a:cubicBezTo>
                  <a:cubicBezTo>
                    <a:pt x="343" y="59"/>
                    <a:pt x="343" y="57"/>
                    <a:pt x="342" y="56"/>
                  </a:cubicBezTo>
                  <a:cubicBezTo>
                    <a:pt x="332" y="39"/>
                    <a:pt x="318" y="25"/>
                    <a:pt x="301" y="15"/>
                  </a:cubicBezTo>
                  <a:cubicBezTo>
                    <a:pt x="284" y="5"/>
                    <a:pt x="265" y="0"/>
                    <a:pt x="245" y="0"/>
                  </a:cubicBezTo>
                  <a:lnTo>
                    <a:pt x="156" y="0"/>
                  </a:lnTo>
                  <a:lnTo>
                    <a:pt x="156" y="0"/>
                  </a:lnTo>
                  <a:cubicBezTo>
                    <a:pt x="136" y="0"/>
                    <a:pt x="117" y="5"/>
                    <a:pt x="100" y="15"/>
                  </a:cubicBezTo>
                  <a:cubicBezTo>
                    <a:pt x="83" y="25"/>
                    <a:pt x="69" y="39"/>
                    <a:pt x="59" y="56"/>
                  </a:cubicBezTo>
                  <a:cubicBezTo>
                    <a:pt x="51" y="70"/>
                    <a:pt x="46" y="86"/>
                    <a:pt x="44" y="103"/>
                  </a:cubicBezTo>
                  <a:lnTo>
                    <a:pt x="0" y="668"/>
                  </a:lnTo>
                  <a:cubicBezTo>
                    <a:pt x="0" y="669"/>
                    <a:pt x="0" y="670"/>
                    <a:pt x="0" y="672"/>
                  </a:cubicBezTo>
                  <a:cubicBezTo>
                    <a:pt x="0" y="678"/>
                    <a:pt x="2" y="684"/>
                    <a:pt x="5" y="690"/>
                  </a:cubicBezTo>
                  <a:cubicBezTo>
                    <a:pt x="8" y="696"/>
                    <a:pt x="12" y="701"/>
                    <a:pt x="18" y="704"/>
                  </a:cubicBezTo>
                  <a:cubicBezTo>
                    <a:pt x="23" y="708"/>
                    <a:pt x="30" y="709"/>
                    <a:pt x="37" y="709"/>
                  </a:cubicBezTo>
                  <a:lnTo>
                    <a:pt x="37" y="709"/>
                  </a:lnTo>
                  <a:lnTo>
                    <a:pt x="229" y="709"/>
                  </a:lnTo>
                  <a:cubicBezTo>
                    <a:pt x="223" y="696"/>
                    <a:pt x="220" y="683"/>
                    <a:pt x="220" y="670"/>
                  </a:cubicBezTo>
                  <a:cubicBezTo>
                    <a:pt x="220" y="667"/>
                    <a:pt x="220" y="665"/>
                    <a:pt x="220" y="66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1" name="Google Shape;244;p36">
              <a:extLst>
                <a:ext uri="{FF2B5EF4-FFF2-40B4-BE49-F238E27FC236}">
                  <a16:creationId xmlns:a16="http://schemas.microsoft.com/office/drawing/2014/main" id="{5EA20C80-D33F-4B84-81CB-CBC468489524}"/>
                </a:ext>
              </a:extLst>
            </p:cNvPr>
            <p:cNvSpPr/>
            <p:nvPr/>
          </p:nvSpPr>
          <p:spPr>
            <a:xfrm>
              <a:off x="2377080" y="3332520"/>
              <a:ext cx="128520" cy="221760"/>
            </a:xfrm>
            <a:custGeom>
              <a:avLst/>
              <a:gdLst/>
              <a:ahLst/>
              <a:cxnLst/>
              <a:rect l="l" t="t" r="r" b="b"/>
              <a:pathLst>
                <a:path w="357" h="616" extrusionOk="0">
                  <a:moveTo>
                    <a:pt x="259" y="221"/>
                  </a:moveTo>
                  <a:cubicBezTo>
                    <a:pt x="262" y="199"/>
                    <a:pt x="269" y="178"/>
                    <a:pt x="281" y="158"/>
                  </a:cubicBezTo>
                  <a:cubicBezTo>
                    <a:pt x="295" y="133"/>
                    <a:pt x="316" y="112"/>
                    <a:pt x="342" y="97"/>
                  </a:cubicBezTo>
                  <a:cubicBezTo>
                    <a:pt x="347" y="94"/>
                    <a:pt x="352" y="92"/>
                    <a:pt x="357" y="89"/>
                  </a:cubicBezTo>
                  <a:cubicBezTo>
                    <a:pt x="355" y="77"/>
                    <a:pt x="350" y="66"/>
                    <a:pt x="344" y="56"/>
                  </a:cubicBezTo>
                  <a:cubicBezTo>
                    <a:pt x="335" y="39"/>
                    <a:pt x="320" y="25"/>
                    <a:pt x="303" y="15"/>
                  </a:cubicBezTo>
                  <a:cubicBezTo>
                    <a:pt x="286" y="5"/>
                    <a:pt x="267" y="0"/>
                    <a:pt x="248" y="0"/>
                  </a:cubicBezTo>
                  <a:lnTo>
                    <a:pt x="154" y="0"/>
                  </a:lnTo>
                  <a:cubicBezTo>
                    <a:pt x="134" y="0"/>
                    <a:pt x="115" y="5"/>
                    <a:pt x="98" y="15"/>
                  </a:cubicBezTo>
                  <a:cubicBezTo>
                    <a:pt x="81" y="25"/>
                    <a:pt x="67" y="39"/>
                    <a:pt x="57" y="56"/>
                  </a:cubicBezTo>
                  <a:cubicBezTo>
                    <a:pt x="49" y="70"/>
                    <a:pt x="44" y="85"/>
                    <a:pt x="43" y="101"/>
                  </a:cubicBezTo>
                  <a:lnTo>
                    <a:pt x="0" y="575"/>
                  </a:lnTo>
                  <a:cubicBezTo>
                    <a:pt x="0" y="576"/>
                    <a:pt x="0" y="577"/>
                    <a:pt x="0" y="579"/>
                  </a:cubicBezTo>
                  <a:cubicBezTo>
                    <a:pt x="0" y="585"/>
                    <a:pt x="1" y="591"/>
                    <a:pt x="5" y="597"/>
                  </a:cubicBezTo>
                  <a:cubicBezTo>
                    <a:pt x="8" y="603"/>
                    <a:pt x="12" y="608"/>
                    <a:pt x="18" y="611"/>
                  </a:cubicBezTo>
                  <a:cubicBezTo>
                    <a:pt x="23" y="615"/>
                    <a:pt x="30" y="616"/>
                    <a:pt x="37" y="616"/>
                  </a:cubicBezTo>
                  <a:lnTo>
                    <a:pt x="37" y="616"/>
                  </a:lnTo>
                  <a:lnTo>
                    <a:pt x="227" y="616"/>
                  </a:lnTo>
                  <a:cubicBezTo>
                    <a:pt x="222" y="604"/>
                    <a:pt x="219" y="591"/>
                    <a:pt x="219" y="578"/>
                  </a:cubicBezTo>
                  <a:cubicBezTo>
                    <a:pt x="219" y="574"/>
                    <a:pt x="219" y="571"/>
                    <a:pt x="220" y="567"/>
                  </a:cubicBezTo>
                  <a:lnTo>
                    <a:pt x="259" y="2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2" name="Google Shape;245;p36">
              <a:extLst>
                <a:ext uri="{FF2B5EF4-FFF2-40B4-BE49-F238E27FC236}">
                  <a16:creationId xmlns:a16="http://schemas.microsoft.com/office/drawing/2014/main" id="{3D0F764C-8BCE-4F20-BD58-0CBC6D65DD45}"/>
                </a:ext>
              </a:extLst>
            </p:cNvPr>
            <p:cNvSpPr/>
            <p:nvPr/>
          </p:nvSpPr>
          <p:spPr>
            <a:xfrm>
              <a:off x="2316240" y="3210840"/>
              <a:ext cx="66960" cy="66960"/>
            </a:xfrm>
            <a:custGeom>
              <a:avLst/>
              <a:gdLst/>
              <a:ahLst/>
              <a:cxnLst/>
              <a:rect l="l" t="t" r="r" b="b"/>
              <a:pathLst>
                <a:path w="186" h="186" extrusionOk="0">
                  <a:moveTo>
                    <a:pt x="0" y="93"/>
                  </a:moveTo>
                  <a:lnTo>
                    <a:pt x="0" y="93"/>
                  </a:lnTo>
                  <a:lnTo>
                    <a:pt x="0" y="93"/>
                  </a:lnTo>
                  <a:cubicBezTo>
                    <a:pt x="0" y="109"/>
                    <a:pt x="5" y="125"/>
                    <a:pt x="13" y="139"/>
                  </a:cubicBezTo>
                  <a:cubicBezTo>
                    <a:pt x="21" y="154"/>
                    <a:pt x="33" y="165"/>
                    <a:pt x="47" y="173"/>
                  </a:cubicBezTo>
                  <a:cubicBezTo>
                    <a:pt x="61" y="182"/>
                    <a:pt x="76" y="186"/>
                    <a:pt x="93" y="186"/>
                  </a:cubicBezTo>
                  <a:cubicBezTo>
                    <a:pt x="109" y="186"/>
                    <a:pt x="126" y="182"/>
                    <a:pt x="140" y="173"/>
                  </a:cubicBezTo>
                  <a:cubicBezTo>
                    <a:pt x="154" y="165"/>
                    <a:pt x="166" y="154"/>
                    <a:pt x="174" y="139"/>
                  </a:cubicBezTo>
                  <a:cubicBezTo>
                    <a:pt x="182" y="125"/>
                    <a:pt x="186" y="109"/>
                    <a:pt x="186" y="93"/>
                  </a:cubicBezTo>
                  <a:cubicBezTo>
                    <a:pt x="186" y="77"/>
                    <a:pt x="182" y="62"/>
                    <a:pt x="174" y="47"/>
                  </a:cubicBezTo>
                  <a:cubicBezTo>
                    <a:pt x="166" y="33"/>
                    <a:pt x="154" y="22"/>
                    <a:pt x="140" y="13"/>
                  </a:cubicBezTo>
                  <a:cubicBezTo>
                    <a:pt x="126" y="5"/>
                    <a:pt x="110" y="0"/>
                    <a:pt x="93" y="0"/>
                  </a:cubicBezTo>
                  <a:lnTo>
                    <a:pt x="93" y="0"/>
                  </a:lnTo>
                  <a:lnTo>
                    <a:pt x="93" y="0"/>
                  </a:lnTo>
                  <a:cubicBezTo>
                    <a:pt x="77" y="0"/>
                    <a:pt x="61" y="5"/>
                    <a:pt x="47" y="13"/>
                  </a:cubicBezTo>
                  <a:cubicBezTo>
                    <a:pt x="33" y="22"/>
                    <a:pt x="21" y="32"/>
                    <a:pt x="13" y="47"/>
                  </a:cubicBezTo>
                  <a:cubicBezTo>
                    <a:pt x="5" y="61"/>
                    <a:pt x="0" y="77"/>
                    <a:pt x="0"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3" name="Google Shape;246;p36">
              <a:extLst>
                <a:ext uri="{FF2B5EF4-FFF2-40B4-BE49-F238E27FC236}">
                  <a16:creationId xmlns:a16="http://schemas.microsoft.com/office/drawing/2014/main" id="{230B28EF-3B08-48E7-AF6F-51C1D9170897}"/>
                </a:ext>
              </a:extLst>
            </p:cNvPr>
            <p:cNvSpPr/>
            <p:nvPr/>
          </p:nvSpPr>
          <p:spPr>
            <a:xfrm>
              <a:off x="2415960" y="3244320"/>
              <a:ext cx="66960" cy="66960"/>
            </a:xfrm>
            <a:custGeom>
              <a:avLst/>
              <a:gdLst/>
              <a:ahLst/>
              <a:cxnLst/>
              <a:rect l="l" t="t" r="r" b="b"/>
              <a:pathLst>
                <a:path w="186" h="186" extrusionOk="0">
                  <a:moveTo>
                    <a:pt x="186" y="93"/>
                  </a:moveTo>
                  <a:cubicBezTo>
                    <a:pt x="186" y="109"/>
                    <a:pt x="182" y="126"/>
                    <a:pt x="174" y="140"/>
                  </a:cubicBezTo>
                  <a:cubicBezTo>
                    <a:pt x="165" y="154"/>
                    <a:pt x="154" y="166"/>
                    <a:pt x="140" y="174"/>
                  </a:cubicBezTo>
                  <a:cubicBezTo>
                    <a:pt x="125" y="182"/>
                    <a:pt x="109" y="186"/>
                    <a:pt x="93" y="186"/>
                  </a:cubicBezTo>
                  <a:cubicBezTo>
                    <a:pt x="77" y="186"/>
                    <a:pt x="60" y="182"/>
                    <a:pt x="46" y="174"/>
                  </a:cubicBezTo>
                  <a:cubicBezTo>
                    <a:pt x="31" y="166"/>
                    <a:pt x="20" y="154"/>
                    <a:pt x="12" y="140"/>
                  </a:cubicBezTo>
                  <a:cubicBezTo>
                    <a:pt x="4" y="126"/>
                    <a:pt x="0" y="109"/>
                    <a:pt x="0" y="93"/>
                  </a:cubicBezTo>
                  <a:cubicBezTo>
                    <a:pt x="0" y="77"/>
                    <a:pt x="4" y="61"/>
                    <a:pt x="12" y="47"/>
                  </a:cubicBezTo>
                  <a:cubicBezTo>
                    <a:pt x="20" y="32"/>
                    <a:pt x="31" y="21"/>
                    <a:pt x="46" y="12"/>
                  </a:cubicBezTo>
                  <a:cubicBezTo>
                    <a:pt x="60" y="4"/>
                    <a:pt x="77" y="0"/>
                    <a:pt x="93" y="0"/>
                  </a:cubicBezTo>
                  <a:cubicBezTo>
                    <a:pt x="109" y="0"/>
                    <a:pt x="125" y="4"/>
                    <a:pt x="140" y="12"/>
                  </a:cubicBezTo>
                  <a:cubicBezTo>
                    <a:pt x="154" y="21"/>
                    <a:pt x="165" y="32"/>
                    <a:pt x="174" y="47"/>
                  </a:cubicBezTo>
                  <a:cubicBezTo>
                    <a:pt x="182" y="61"/>
                    <a:pt x="186" y="77"/>
                    <a:pt x="186" y="93"/>
                  </a:cubicBezTo>
                  <a:close/>
                </a:path>
              </a:pathLst>
            </a:custGeom>
            <a:solidFill>
              <a:schemeClr val="dk1"/>
            </a:solidFill>
            <a:ln>
              <a:noFill/>
            </a:ln>
          </p:spPr>
          <p:txBody>
            <a:bodyPr spcFirstLastPara="1" wrap="square" lIns="90000" tIns="21950" rIns="90000" bIns="219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4" name="Google Shape;247;p36">
              <a:extLst>
                <a:ext uri="{FF2B5EF4-FFF2-40B4-BE49-F238E27FC236}">
                  <a16:creationId xmlns:a16="http://schemas.microsoft.com/office/drawing/2014/main" id="{E6FE7837-3785-466F-90C8-0E642E0A79D3}"/>
                </a:ext>
              </a:extLst>
            </p:cNvPr>
            <p:cNvSpPr/>
            <p:nvPr/>
          </p:nvSpPr>
          <p:spPr>
            <a:xfrm>
              <a:off x="2514600" y="3291120"/>
              <a:ext cx="67320" cy="67320"/>
            </a:xfrm>
            <a:custGeom>
              <a:avLst/>
              <a:gdLst/>
              <a:ahLst/>
              <a:cxnLst/>
              <a:rect l="l" t="t" r="r" b="b"/>
              <a:pathLst>
                <a:path w="187" h="187" extrusionOk="0">
                  <a:moveTo>
                    <a:pt x="0" y="94"/>
                  </a:moveTo>
                  <a:cubicBezTo>
                    <a:pt x="0" y="110"/>
                    <a:pt x="5" y="126"/>
                    <a:pt x="13" y="140"/>
                  </a:cubicBezTo>
                  <a:cubicBezTo>
                    <a:pt x="21" y="154"/>
                    <a:pt x="33" y="166"/>
                    <a:pt x="47" y="174"/>
                  </a:cubicBezTo>
                  <a:cubicBezTo>
                    <a:pt x="61" y="182"/>
                    <a:pt x="77" y="187"/>
                    <a:pt x="94" y="187"/>
                  </a:cubicBezTo>
                  <a:cubicBezTo>
                    <a:pt x="110" y="187"/>
                    <a:pt x="126" y="182"/>
                    <a:pt x="140" y="174"/>
                  </a:cubicBezTo>
                  <a:cubicBezTo>
                    <a:pt x="154" y="166"/>
                    <a:pt x="166" y="154"/>
                    <a:pt x="174" y="140"/>
                  </a:cubicBezTo>
                  <a:cubicBezTo>
                    <a:pt x="182" y="126"/>
                    <a:pt x="187" y="111"/>
                    <a:pt x="187" y="94"/>
                  </a:cubicBezTo>
                  <a:cubicBezTo>
                    <a:pt x="187" y="78"/>
                    <a:pt x="182" y="61"/>
                    <a:pt x="174" y="47"/>
                  </a:cubicBezTo>
                  <a:cubicBezTo>
                    <a:pt x="166" y="33"/>
                    <a:pt x="154" y="21"/>
                    <a:pt x="140" y="13"/>
                  </a:cubicBezTo>
                  <a:cubicBezTo>
                    <a:pt x="126" y="5"/>
                    <a:pt x="110" y="0"/>
                    <a:pt x="94" y="0"/>
                  </a:cubicBezTo>
                  <a:cubicBezTo>
                    <a:pt x="77" y="0"/>
                    <a:pt x="61" y="5"/>
                    <a:pt x="47" y="13"/>
                  </a:cubicBezTo>
                  <a:cubicBezTo>
                    <a:pt x="33" y="21"/>
                    <a:pt x="21" y="33"/>
                    <a:pt x="13" y="47"/>
                  </a:cubicBezTo>
                  <a:cubicBezTo>
                    <a:pt x="5" y="61"/>
                    <a:pt x="1" y="77"/>
                    <a:pt x="0" y="93"/>
                  </a:cubicBezTo>
                  <a:lnTo>
                    <a:pt x="0" y="94"/>
                  </a:lnTo>
                  <a:close/>
                </a:path>
              </a:pathLst>
            </a:custGeom>
            <a:solidFill>
              <a:schemeClr val="dk1"/>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5" name="Google Shape;248;p36">
              <a:extLst>
                <a:ext uri="{FF2B5EF4-FFF2-40B4-BE49-F238E27FC236}">
                  <a16:creationId xmlns:a16="http://schemas.microsoft.com/office/drawing/2014/main" id="{C1F92EFE-96EE-4462-838C-1E0825E696B3}"/>
                </a:ext>
              </a:extLst>
            </p:cNvPr>
            <p:cNvSpPr/>
            <p:nvPr/>
          </p:nvSpPr>
          <p:spPr>
            <a:xfrm>
              <a:off x="2476080" y="3378960"/>
              <a:ext cx="144000" cy="174960"/>
            </a:xfrm>
            <a:custGeom>
              <a:avLst/>
              <a:gdLst/>
              <a:ahLst/>
              <a:cxnLst/>
              <a:rect l="l" t="t" r="r" b="b"/>
              <a:pathLst>
                <a:path w="400" h="486" extrusionOk="0">
                  <a:moveTo>
                    <a:pt x="360" y="99"/>
                  </a:moveTo>
                  <a:cubicBezTo>
                    <a:pt x="358" y="84"/>
                    <a:pt x="354" y="69"/>
                    <a:pt x="346" y="56"/>
                  </a:cubicBezTo>
                  <a:cubicBezTo>
                    <a:pt x="336" y="39"/>
                    <a:pt x="322" y="25"/>
                    <a:pt x="305" y="15"/>
                  </a:cubicBezTo>
                  <a:cubicBezTo>
                    <a:pt x="288" y="5"/>
                    <a:pt x="269" y="0"/>
                    <a:pt x="250" y="0"/>
                  </a:cubicBezTo>
                  <a:lnTo>
                    <a:pt x="249" y="0"/>
                  </a:lnTo>
                  <a:lnTo>
                    <a:pt x="151" y="0"/>
                  </a:lnTo>
                  <a:lnTo>
                    <a:pt x="151" y="0"/>
                  </a:lnTo>
                  <a:cubicBezTo>
                    <a:pt x="131" y="0"/>
                    <a:pt x="112" y="5"/>
                    <a:pt x="95" y="15"/>
                  </a:cubicBezTo>
                  <a:cubicBezTo>
                    <a:pt x="78" y="25"/>
                    <a:pt x="64" y="39"/>
                    <a:pt x="54" y="56"/>
                  </a:cubicBezTo>
                  <a:cubicBezTo>
                    <a:pt x="46" y="69"/>
                    <a:pt x="42" y="84"/>
                    <a:pt x="40" y="99"/>
                  </a:cubicBezTo>
                  <a:lnTo>
                    <a:pt x="0" y="444"/>
                  </a:lnTo>
                  <a:cubicBezTo>
                    <a:pt x="0" y="445"/>
                    <a:pt x="0" y="447"/>
                    <a:pt x="0" y="448"/>
                  </a:cubicBezTo>
                  <a:cubicBezTo>
                    <a:pt x="0" y="455"/>
                    <a:pt x="2" y="461"/>
                    <a:pt x="5" y="467"/>
                  </a:cubicBezTo>
                  <a:cubicBezTo>
                    <a:pt x="8" y="473"/>
                    <a:pt x="13" y="477"/>
                    <a:pt x="18" y="481"/>
                  </a:cubicBezTo>
                  <a:cubicBezTo>
                    <a:pt x="24" y="484"/>
                    <a:pt x="31" y="486"/>
                    <a:pt x="37" y="486"/>
                  </a:cubicBezTo>
                  <a:lnTo>
                    <a:pt x="363" y="486"/>
                  </a:lnTo>
                  <a:lnTo>
                    <a:pt x="363" y="486"/>
                  </a:lnTo>
                  <a:cubicBezTo>
                    <a:pt x="370" y="486"/>
                    <a:pt x="376" y="485"/>
                    <a:pt x="382" y="481"/>
                  </a:cubicBezTo>
                  <a:cubicBezTo>
                    <a:pt x="387" y="478"/>
                    <a:pt x="392" y="473"/>
                    <a:pt x="395" y="467"/>
                  </a:cubicBezTo>
                  <a:cubicBezTo>
                    <a:pt x="398" y="461"/>
                    <a:pt x="400" y="455"/>
                    <a:pt x="400" y="449"/>
                  </a:cubicBezTo>
                  <a:cubicBezTo>
                    <a:pt x="400" y="447"/>
                    <a:pt x="400" y="446"/>
                    <a:pt x="400" y="444"/>
                  </a:cubicBezTo>
                  <a:lnTo>
                    <a:pt x="360" y="99"/>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6" name="Google Shape;211;p35">
            <a:extLst>
              <a:ext uri="{FF2B5EF4-FFF2-40B4-BE49-F238E27FC236}">
                <a16:creationId xmlns:a16="http://schemas.microsoft.com/office/drawing/2014/main" id="{8F6B63CD-C439-4E51-9198-581648E8C3A9}"/>
              </a:ext>
            </a:extLst>
          </p:cNvPr>
          <p:cNvSpPr txBox="1">
            <a:spLocks noGrp="1"/>
          </p:cNvSpPr>
          <p:nvPr>
            <p:ph type="title"/>
          </p:nvPr>
        </p:nvSpPr>
        <p:spPr>
          <a:xfrm>
            <a:off x="787030" y="873731"/>
            <a:ext cx="6968438" cy="640110"/>
          </a:xfrm>
          <a:prstGeom prst="rect">
            <a:avLst/>
          </a:prstGeom>
          <a:effectLst>
            <a:outerShdw blurRad="50800" dist="38100" dir="10800000" algn="r"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200"/>
              <a:t>Cara Membuat Kutipan Dari Berbagai Tulisan</a:t>
            </a:r>
            <a:endParaRPr sz="2200"/>
          </a:p>
        </p:txBody>
      </p:sp>
      <p:sp>
        <p:nvSpPr>
          <p:cNvPr id="67" name="Google Shape;270;p37">
            <a:extLst>
              <a:ext uri="{FF2B5EF4-FFF2-40B4-BE49-F238E27FC236}">
                <a16:creationId xmlns:a16="http://schemas.microsoft.com/office/drawing/2014/main" id="{608E8863-612A-4D35-A979-11485761F697}"/>
              </a:ext>
            </a:extLst>
          </p:cNvPr>
          <p:cNvSpPr txBox="1">
            <a:spLocks/>
          </p:cNvSpPr>
          <p:nvPr/>
        </p:nvSpPr>
        <p:spPr>
          <a:xfrm>
            <a:off x="726622" y="1143911"/>
            <a:ext cx="6606308" cy="693963"/>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t>F. Kutipan dari majalah</a:t>
            </a:r>
            <a:endParaRPr lang="en-US" sz="1500"/>
          </a:p>
        </p:txBody>
      </p:sp>
      <p:sp>
        <p:nvSpPr>
          <p:cNvPr id="68" name="TextBox 67">
            <a:extLst>
              <a:ext uri="{FF2B5EF4-FFF2-40B4-BE49-F238E27FC236}">
                <a16:creationId xmlns:a16="http://schemas.microsoft.com/office/drawing/2014/main" id="{7E89B7B8-4F47-4568-BB35-DC2BF1C20A50}"/>
              </a:ext>
            </a:extLst>
          </p:cNvPr>
          <p:cNvSpPr txBox="1"/>
          <p:nvPr/>
        </p:nvSpPr>
        <p:spPr>
          <a:xfrm>
            <a:off x="963387" y="1805216"/>
            <a:ext cx="7729086" cy="307777"/>
          </a:xfrm>
          <a:prstGeom prst="rect">
            <a:avLst/>
          </a:prstGeom>
          <a:noFill/>
        </p:spPr>
        <p:txBody>
          <a:bodyPr wrap="square">
            <a:spAutoFit/>
          </a:bodyPr>
          <a:lstStyle/>
          <a:p>
            <a:r>
              <a:rPr lang="fi-FI" b="0" i="0">
                <a:solidFill>
                  <a:schemeClr val="tx1"/>
                </a:solidFill>
                <a:effectLst/>
                <a:latin typeface="Lato" panose="020F0502020204030203" pitchFamily="34" charset="0"/>
                <a:ea typeface="Lato" panose="020F0502020204030203" pitchFamily="34" charset="0"/>
                <a:cs typeface="Lato" panose="020F0502020204030203" pitchFamily="34" charset="0"/>
              </a:rPr>
              <a:t>Cara penulisan kutipan dari </a:t>
            </a:r>
            <a:r>
              <a:rPr lang="id-ID" b="0" i="0">
                <a:solidFill>
                  <a:schemeClr val="tx1"/>
                </a:solidFill>
                <a:effectLst/>
                <a:latin typeface="Lato" panose="020F0502020204030203" pitchFamily="34" charset="0"/>
                <a:ea typeface="Lato" panose="020F0502020204030203" pitchFamily="34" charset="0"/>
                <a:cs typeface="Lato" panose="020F0502020204030203" pitchFamily="34" charset="0"/>
              </a:rPr>
              <a:t>majalah</a:t>
            </a:r>
            <a:r>
              <a:rPr lang="fi-FI" b="0" i="0">
                <a:solidFill>
                  <a:schemeClr val="tx1"/>
                </a:solidFill>
                <a:effectLst/>
                <a:latin typeface="Lato" panose="020F0502020204030203" pitchFamily="34" charset="0"/>
                <a:ea typeface="Lato" panose="020F0502020204030203" pitchFamily="34" charset="0"/>
                <a:cs typeface="Lato" panose="020F0502020204030203" pitchFamily="34" charset="0"/>
              </a:rPr>
              <a:t>, yaitu:</a:t>
            </a:r>
            <a:endParaRPr lang="en-ID">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33" name="Google Shape;174;p32">
            <a:extLst>
              <a:ext uri="{FF2B5EF4-FFF2-40B4-BE49-F238E27FC236}">
                <a16:creationId xmlns:a16="http://schemas.microsoft.com/office/drawing/2014/main" id="{D2AE58DE-35B4-45FE-B355-A454375B9809}"/>
              </a:ext>
            </a:extLst>
          </p:cNvPr>
          <p:cNvSpPr/>
          <p:nvPr/>
        </p:nvSpPr>
        <p:spPr>
          <a:xfrm>
            <a:off x="766264" y="4510977"/>
            <a:ext cx="447600" cy="423622"/>
          </a:xfrm>
          <a:prstGeom prst="ellipse">
            <a:avLst/>
          </a:prstGeom>
          <a:solidFill>
            <a:schemeClr val="accent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86;p32">
            <a:extLst>
              <a:ext uri="{FF2B5EF4-FFF2-40B4-BE49-F238E27FC236}">
                <a16:creationId xmlns:a16="http://schemas.microsoft.com/office/drawing/2014/main" id="{51B747EF-F648-480E-98B7-7870D2258254}"/>
              </a:ext>
            </a:extLst>
          </p:cNvPr>
          <p:cNvSpPr txBox="1">
            <a:spLocks/>
          </p:cNvSpPr>
          <p:nvPr/>
        </p:nvSpPr>
        <p:spPr>
          <a:xfrm>
            <a:off x="1371328" y="4512293"/>
            <a:ext cx="7272158" cy="414760"/>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sz="1500">
                <a:latin typeface="Lato" panose="020F0502020204030203" pitchFamily="34" charset="0"/>
                <a:ea typeface="Lato" panose="020F0502020204030203" pitchFamily="34" charset="0"/>
                <a:cs typeface="Lato" panose="020F0502020204030203" pitchFamily="34" charset="0"/>
              </a:rPr>
              <a:t>Nomor halaman.</a:t>
            </a:r>
          </a:p>
        </p:txBody>
      </p:sp>
      <p:sp>
        <p:nvSpPr>
          <p:cNvPr id="35" name="Google Shape;186;p32">
            <a:extLst>
              <a:ext uri="{FF2B5EF4-FFF2-40B4-BE49-F238E27FC236}">
                <a16:creationId xmlns:a16="http://schemas.microsoft.com/office/drawing/2014/main" id="{81EF6E80-F5F3-4FA1-97D1-69852A5D2B41}"/>
              </a:ext>
            </a:extLst>
          </p:cNvPr>
          <p:cNvSpPr txBox="1">
            <a:spLocks/>
          </p:cNvSpPr>
          <p:nvPr/>
        </p:nvSpPr>
        <p:spPr>
          <a:xfrm>
            <a:off x="741772" y="4489033"/>
            <a:ext cx="520972" cy="345332"/>
          </a:xfrm>
          <a:prstGeom prst="rect">
            <a:avLst/>
          </a:prstGeom>
          <a:noFill/>
          <a:ln>
            <a:noFill/>
          </a:ln>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Montserrat ExtraBold"/>
                <a:ea typeface="Montserrat ExtraBold"/>
                <a:cs typeface="Montserrat ExtraBold"/>
                <a:sym typeface="Montserrat ExtraBold"/>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id-ID"/>
              <a:t>05</a:t>
            </a:r>
          </a:p>
        </p:txBody>
      </p:sp>
    </p:spTree>
    <p:extLst>
      <p:ext uri="{BB962C8B-B14F-4D97-AF65-F5344CB8AC3E}">
        <p14:creationId xmlns:p14="http://schemas.microsoft.com/office/powerpoint/2010/main" val="2998153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385247" y="1822227"/>
            <a:ext cx="5429250" cy="873579"/>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r" rtl="0">
              <a:spcBef>
                <a:spcPts val="0"/>
              </a:spcBef>
              <a:spcAft>
                <a:spcPts val="0"/>
              </a:spcAft>
              <a:buNone/>
            </a:pPr>
            <a:r>
              <a:rPr lang="en"/>
              <a:t>K</a:t>
            </a:r>
            <a:r>
              <a:rPr lang="id-ID"/>
              <a:t>esimpulan</a:t>
            </a:r>
            <a:endParaRPr/>
          </a:p>
        </p:txBody>
      </p:sp>
      <p:sp>
        <p:nvSpPr>
          <p:cNvPr id="201" name="Google Shape;201;p34"/>
          <p:cNvSpPr txBox="1">
            <a:spLocks noGrp="1"/>
          </p:cNvSpPr>
          <p:nvPr>
            <p:ph type="title" idx="2"/>
          </p:nvPr>
        </p:nvSpPr>
        <p:spPr>
          <a:xfrm>
            <a:off x="6956275" y="918275"/>
            <a:ext cx="1474500" cy="841800"/>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0</a:t>
            </a:r>
            <a:r>
              <a:rPr lang="id-ID"/>
              <a:t>9</a:t>
            </a:r>
            <a:endParaRPr/>
          </a:p>
        </p:txBody>
      </p:sp>
      <p:cxnSp>
        <p:nvCxnSpPr>
          <p:cNvPr id="202" name="Google Shape;202;p34"/>
          <p:cNvCxnSpPr>
            <a:stCxn id="203" idx="2"/>
          </p:cNvCxnSpPr>
          <p:nvPr/>
        </p:nvCxnSpPr>
        <p:spPr>
          <a:xfrm rot="10800000">
            <a:off x="-91625" y="1339163"/>
            <a:ext cx="6329400" cy="0"/>
          </a:xfrm>
          <a:prstGeom prst="straightConnector1">
            <a:avLst/>
          </a:prstGeom>
          <a:noFill/>
          <a:ln w="9525" cap="flat" cmpd="sng">
            <a:solidFill>
              <a:schemeClr val="dk1"/>
            </a:solidFill>
            <a:prstDash val="solid"/>
            <a:round/>
            <a:headEnd type="none" w="med" len="med"/>
            <a:tailEnd type="none" w="med" len="med"/>
          </a:ln>
        </p:spPr>
      </p:cxnSp>
      <p:sp>
        <p:nvSpPr>
          <p:cNvPr id="203" name="Google Shape;203;p34"/>
          <p:cNvSpPr/>
          <p:nvPr/>
        </p:nvSpPr>
        <p:spPr>
          <a:xfrm>
            <a:off x="6237775" y="1115363"/>
            <a:ext cx="447600" cy="447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0" name="Group 9">
            <a:extLst>
              <a:ext uri="{FF2B5EF4-FFF2-40B4-BE49-F238E27FC236}">
                <a16:creationId xmlns:a16="http://schemas.microsoft.com/office/drawing/2014/main" id="{2DF7A832-14F1-4F27-9BD2-8DA5894E9F87}"/>
              </a:ext>
            </a:extLst>
          </p:cNvPr>
          <p:cNvGrpSpPr/>
          <p:nvPr/>
        </p:nvGrpSpPr>
        <p:grpSpPr>
          <a:xfrm>
            <a:off x="228600" y="82137"/>
            <a:ext cx="3618919" cy="659057"/>
            <a:chOff x="228600" y="82137"/>
            <a:chExt cx="3618919" cy="659057"/>
          </a:xfrm>
        </p:grpSpPr>
        <p:pic>
          <p:nvPicPr>
            <p:cNvPr id="11" name="Picture 2" descr="Politeknik Negeri Indramayu - Wikipedia bahasa Indonesia ...">
              <a:extLst>
                <a:ext uri="{FF2B5EF4-FFF2-40B4-BE49-F238E27FC236}">
                  <a16:creationId xmlns:a16="http://schemas.microsoft.com/office/drawing/2014/main" id="{4B73352B-F1BE-4498-86DC-5D8B3349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2137"/>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54;p30">
              <a:extLst>
                <a:ext uri="{FF2B5EF4-FFF2-40B4-BE49-F238E27FC236}">
                  <a16:creationId xmlns:a16="http://schemas.microsoft.com/office/drawing/2014/main" id="{E100895D-68EF-4B54-BD43-22103A3D6EB6}"/>
                </a:ext>
              </a:extLst>
            </p:cNvPr>
            <p:cNvSpPr txBox="1">
              <a:spLocks/>
            </p:cNvSpPr>
            <p:nvPr/>
          </p:nvSpPr>
          <p:spPr>
            <a:xfrm>
              <a:off x="830508" y="143594"/>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id-ID"/>
                <a:t>Politeknik Negeri Indramayu</a:t>
              </a:r>
            </a:p>
            <a:p>
              <a:pPr marL="0" indent="0" algn="l"/>
              <a:r>
                <a:rPr lang="id-ID"/>
                <a:t>D3 Teknik Informatika</a:t>
              </a:r>
              <a:endParaRPr lang="it-IT"/>
            </a:p>
          </p:txBody>
        </p:sp>
      </p:grpSp>
      <p:grpSp>
        <p:nvGrpSpPr>
          <p:cNvPr id="2" name="Group 1">
            <a:extLst>
              <a:ext uri="{FF2B5EF4-FFF2-40B4-BE49-F238E27FC236}">
                <a16:creationId xmlns:a16="http://schemas.microsoft.com/office/drawing/2014/main" id="{05993E1A-E834-4D71-9083-4A17052DBF1F}"/>
              </a:ext>
            </a:extLst>
          </p:cNvPr>
          <p:cNvGrpSpPr/>
          <p:nvPr/>
        </p:nvGrpSpPr>
        <p:grpSpPr>
          <a:xfrm>
            <a:off x="393718" y="1933584"/>
            <a:ext cx="1895893" cy="2141682"/>
            <a:chOff x="393718" y="1933584"/>
            <a:chExt cx="1895893" cy="2141682"/>
          </a:xfrm>
        </p:grpSpPr>
        <p:grpSp>
          <p:nvGrpSpPr>
            <p:cNvPr id="9" name="Google Shape;699;p50">
              <a:extLst>
                <a:ext uri="{FF2B5EF4-FFF2-40B4-BE49-F238E27FC236}">
                  <a16:creationId xmlns:a16="http://schemas.microsoft.com/office/drawing/2014/main" id="{DAF27955-A2F2-4633-8DED-F58FB9671F65}"/>
                </a:ext>
              </a:extLst>
            </p:cNvPr>
            <p:cNvGrpSpPr/>
            <p:nvPr/>
          </p:nvGrpSpPr>
          <p:grpSpPr>
            <a:xfrm>
              <a:off x="393718" y="1977952"/>
              <a:ext cx="873579" cy="944061"/>
              <a:chOff x="7468200" y="1563840"/>
              <a:chExt cx="316800" cy="342360"/>
            </a:xfrm>
          </p:grpSpPr>
          <p:sp>
            <p:nvSpPr>
              <p:cNvPr id="13" name="Google Shape;700;p50">
                <a:extLst>
                  <a:ext uri="{FF2B5EF4-FFF2-40B4-BE49-F238E27FC236}">
                    <a16:creationId xmlns:a16="http://schemas.microsoft.com/office/drawing/2014/main" id="{2C125355-571A-46DF-BD2D-69F29A5A428B}"/>
                  </a:ext>
                </a:extLst>
              </p:cNvPr>
              <p:cNvSpPr/>
              <p:nvPr/>
            </p:nvSpPr>
            <p:spPr>
              <a:xfrm>
                <a:off x="7610760" y="1704600"/>
                <a:ext cx="74520" cy="33480"/>
              </a:xfrm>
              <a:custGeom>
                <a:avLst/>
                <a:gdLst/>
                <a:ahLst/>
                <a:cxnLst/>
                <a:rect l="l" t="t" r="r" b="b"/>
                <a:pathLst>
                  <a:path w="207" h="93" extrusionOk="0">
                    <a:moveTo>
                      <a:pt x="148" y="0"/>
                    </a:moveTo>
                    <a:lnTo>
                      <a:pt x="59" y="0"/>
                    </a:lnTo>
                    <a:lnTo>
                      <a:pt x="59" y="0"/>
                    </a:lnTo>
                    <a:cubicBezTo>
                      <a:pt x="51" y="0"/>
                      <a:pt x="43" y="2"/>
                      <a:pt x="36" y="6"/>
                    </a:cubicBezTo>
                    <a:cubicBezTo>
                      <a:pt x="29" y="10"/>
                      <a:pt x="23" y="16"/>
                      <a:pt x="19" y="23"/>
                    </a:cubicBezTo>
                    <a:cubicBezTo>
                      <a:pt x="17" y="27"/>
                      <a:pt x="15" y="31"/>
                      <a:pt x="14" y="35"/>
                    </a:cubicBezTo>
                    <a:lnTo>
                      <a:pt x="0" y="93"/>
                    </a:lnTo>
                    <a:lnTo>
                      <a:pt x="207" y="93"/>
                    </a:lnTo>
                    <a:lnTo>
                      <a:pt x="193" y="35"/>
                    </a:lnTo>
                    <a:cubicBezTo>
                      <a:pt x="192" y="31"/>
                      <a:pt x="190" y="27"/>
                      <a:pt x="188" y="23"/>
                    </a:cubicBezTo>
                    <a:cubicBezTo>
                      <a:pt x="184" y="16"/>
                      <a:pt x="178" y="10"/>
                      <a:pt x="171" y="6"/>
                    </a:cubicBezTo>
                    <a:cubicBezTo>
                      <a:pt x="164" y="2"/>
                      <a:pt x="156" y="0"/>
                      <a:pt x="148"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 name="Google Shape;701;p50">
                <a:extLst>
                  <a:ext uri="{FF2B5EF4-FFF2-40B4-BE49-F238E27FC236}">
                    <a16:creationId xmlns:a16="http://schemas.microsoft.com/office/drawing/2014/main" id="{749D2EBD-E74F-4FBF-A319-39C399656FD1}"/>
                  </a:ext>
                </a:extLst>
              </p:cNvPr>
              <p:cNvSpPr/>
              <p:nvPr/>
            </p:nvSpPr>
            <p:spPr>
              <a:xfrm>
                <a:off x="7631280" y="1650960"/>
                <a:ext cx="33480" cy="33480"/>
              </a:xfrm>
              <a:custGeom>
                <a:avLst/>
                <a:gdLst/>
                <a:ahLst/>
                <a:cxnLst/>
                <a:rect l="l" t="t" r="r" b="b"/>
                <a:pathLst>
                  <a:path w="93" h="93" extrusionOk="0">
                    <a:moveTo>
                      <a:pt x="47" y="93"/>
                    </a:moveTo>
                    <a:lnTo>
                      <a:pt x="47" y="93"/>
                    </a:lnTo>
                    <a:lnTo>
                      <a:pt x="47" y="93"/>
                    </a:lnTo>
                    <a:cubicBezTo>
                      <a:pt x="55" y="93"/>
                      <a:pt x="63" y="91"/>
                      <a:pt x="70" y="87"/>
                    </a:cubicBezTo>
                    <a:cubicBezTo>
                      <a:pt x="77" y="83"/>
                      <a:pt x="83" y="77"/>
                      <a:pt x="87" y="70"/>
                    </a:cubicBezTo>
                    <a:cubicBezTo>
                      <a:pt x="91" y="63"/>
                      <a:pt x="93" y="54"/>
                      <a:pt x="93" y="46"/>
                    </a:cubicBezTo>
                    <a:cubicBezTo>
                      <a:pt x="93" y="37"/>
                      <a:pt x="91" y="30"/>
                      <a:pt x="87" y="23"/>
                    </a:cubicBezTo>
                    <a:cubicBezTo>
                      <a:pt x="83" y="16"/>
                      <a:pt x="77" y="10"/>
                      <a:pt x="70" y="6"/>
                    </a:cubicBezTo>
                    <a:cubicBezTo>
                      <a:pt x="63" y="2"/>
                      <a:pt x="55" y="0"/>
                      <a:pt x="47" y="0"/>
                    </a:cubicBezTo>
                    <a:cubicBezTo>
                      <a:pt x="39" y="0"/>
                      <a:pt x="31" y="2"/>
                      <a:pt x="24" y="6"/>
                    </a:cubicBezTo>
                    <a:cubicBezTo>
                      <a:pt x="17" y="10"/>
                      <a:pt x="12" y="16"/>
                      <a:pt x="7" y="23"/>
                    </a:cubicBezTo>
                    <a:cubicBezTo>
                      <a:pt x="3" y="30"/>
                      <a:pt x="0" y="38"/>
                      <a:pt x="0" y="46"/>
                    </a:cubicBezTo>
                    <a:lnTo>
                      <a:pt x="0" y="46"/>
                    </a:lnTo>
                    <a:lnTo>
                      <a:pt x="0" y="46"/>
                    </a:lnTo>
                    <a:cubicBezTo>
                      <a:pt x="0" y="55"/>
                      <a:pt x="2" y="63"/>
                      <a:pt x="7" y="70"/>
                    </a:cubicBezTo>
                    <a:cubicBezTo>
                      <a:pt x="11" y="77"/>
                      <a:pt x="17" y="83"/>
                      <a:pt x="24" y="87"/>
                    </a:cubicBezTo>
                    <a:cubicBezTo>
                      <a:pt x="31" y="91"/>
                      <a:pt x="39" y="93"/>
                      <a:pt x="47" y="9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 name="Google Shape;702;p50">
                <a:extLst>
                  <a:ext uri="{FF2B5EF4-FFF2-40B4-BE49-F238E27FC236}">
                    <a16:creationId xmlns:a16="http://schemas.microsoft.com/office/drawing/2014/main" id="{694E2366-8BC8-4A27-A044-0A7315A73E14}"/>
                  </a:ext>
                </a:extLst>
              </p:cNvPr>
              <p:cNvSpPr/>
              <p:nvPr/>
            </p:nvSpPr>
            <p:spPr>
              <a:xfrm>
                <a:off x="7468200" y="1563840"/>
                <a:ext cx="316800" cy="342360"/>
              </a:xfrm>
              <a:custGeom>
                <a:avLst/>
                <a:gdLst/>
                <a:ahLst/>
                <a:cxnLst/>
                <a:rect l="l" t="t" r="r" b="b"/>
                <a:pathLst>
                  <a:path w="880" h="951" extrusionOk="0">
                    <a:moveTo>
                      <a:pt x="719" y="741"/>
                    </a:moveTo>
                    <a:cubicBezTo>
                      <a:pt x="761" y="707"/>
                      <a:pt x="796" y="667"/>
                      <a:pt x="822" y="621"/>
                    </a:cubicBezTo>
                    <a:cubicBezTo>
                      <a:pt x="860" y="555"/>
                      <a:pt x="880" y="480"/>
                      <a:pt x="880" y="404"/>
                    </a:cubicBezTo>
                    <a:cubicBezTo>
                      <a:pt x="880" y="401"/>
                      <a:pt x="880" y="397"/>
                      <a:pt x="880" y="394"/>
                    </a:cubicBezTo>
                    <a:cubicBezTo>
                      <a:pt x="880" y="391"/>
                      <a:pt x="880" y="388"/>
                      <a:pt x="880" y="385"/>
                    </a:cubicBezTo>
                    <a:cubicBezTo>
                      <a:pt x="880" y="318"/>
                      <a:pt x="863" y="252"/>
                      <a:pt x="829" y="194"/>
                    </a:cubicBezTo>
                    <a:cubicBezTo>
                      <a:pt x="811" y="162"/>
                      <a:pt x="788" y="133"/>
                      <a:pt x="761" y="108"/>
                    </a:cubicBezTo>
                    <a:cubicBezTo>
                      <a:pt x="738" y="87"/>
                      <a:pt x="714" y="69"/>
                      <a:pt x="688" y="54"/>
                    </a:cubicBezTo>
                    <a:cubicBezTo>
                      <a:pt x="634" y="23"/>
                      <a:pt x="573" y="4"/>
                      <a:pt x="510" y="0"/>
                    </a:cubicBezTo>
                    <a:lnTo>
                      <a:pt x="448" y="0"/>
                    </a:lnTo>
                    <a:cubicBezTo>
                      <a:pt x="415" y="2"/>
                      <a:pt x="383" y="8"/>
                      <a:pt x="352" y="16"/>
                    </a:cubicBezTo>
                    <a:cubicBezTo>
                      <a:pt x="320" y="24"/>
                      <a:pt x="289" y="37"/>
                      <a:pt x="261" y="53"/>
                    </a:cubicBezTo>
                    <a:cubicBezTo>
                      <a:pt x="238" y="66"/>
                      <a:pt x="217" y="81"/>
                      <a:pt x="197" y="99"/>
                    </a:cubicBezTo>
                    <a:cubicBezTo>
                      <a:pt x="124" y="167"/>
                      <a:pt x="86" y="263"/>
                      <a:pt x="84" y="385"/>
                    </a:cubicBezTo>
                    <a:cubicBezTo>
                      <a:pt x="84" y="386"/>
                      <a:pt x="84" y="386"/>
                      <a:pt x="84" y="387"/>
                    </a:cubicBezTo>
                    <a:cubicBezTo>
                      <a:pt x="84" y="388"/>
                      <a:pt x="84" y="388"/>
                      <a:pt x="84" y="389"/>
                    </a:cubicBezTo>
                    <a:lnTo>
                      <a:pt x="8" y="536"/>
                    </a:lnTo>
                    <a:cubicBezTo>
                      <a:pt x="3" y="546"/>
                      <a:pt x="0" y="557"/>
                      <a:pt x="0" y="568"/>
                    </a:cubicBezTo>
                    <a:cubicBezTo>
                      <a:pt x="0" y="580"/>
                      <a:pt x="3" y="592"/>
                      <a:pt x="9" y="603"/>
                    </a:cubicBezTo>
                    <a:cubicBezTo>
                      <a:pt x="10" y="603"/>
                      <a:pt x="10" y="604"/>
                      <a:pt x="11" y="605"/>
                    </a:cubicBezTo>
                    <a:cubicBezTo>
                      <a:pt x="17" y="615"/>
                      <a:pt x="25" y="623"/>
                      <a:pt x="35" y="629"/>
                    </a:cubicBezTo>
                    <a:cubicBezTo>
                      <a:pt x="46" y="635"/>
                      <a:pt x="58" y="638"/>
                      <a:pt x="71" y="638"/>
                    </a:cubicBezTo>
                    <a:lnTo>
                      <a:pt x="72" y="638"/>
                    </a:lnTo>
                    <a:lnTo>
                      <a:pt x="89" y="638"/>
                    </a:lnTo>
                    <a:lnTo>
                      <a:pt x="89" y="730"/>
                    </a:lnTo>
                    <a:cubicBezTo>
                      <a:pt x="89" y="748"/>
                      <a:pt x="93" y="765"/>
                      <a:pt x="102" y="781"/>
                    </a:cubicBezTo>
                    <a:cubicBezTo>
                      <a:pt x="111" y="796"/>
                      <a:pt x="124" y="810"/>
                      <a:pt x="140" y="819"/>
                    </a:cubicBezTo>
                    <a:cubicBezTo>
                      <a:pt x="156" y="828"/>
                      <a:pt x="173" y="832"/>
                      <a:pt x="191" y="832"/>
                    </a:cubicBezTo>
                    <a:lnTo>
                      <a:pt x="285" y="832"/>
                    </a:lnTo>
                    <a:lnTo>
                      <a:pt x="285" y="914"/>
                    </a:lnTo>
                    <a:lnTo>
                      <a:pt x="285" y="914"/>
                    </a:lnTo>
                    <a:cubicBezTo>
                      <a:pt x="285" y="921"/>
                      <a:pt x="287" y="927"/>
                      <a:pt x="290" y="933"/>
                    </a:cubicBezTo>
                    <a:cubicBezTo>
                      <a:pt x="293" y="938"/>
                      <a:pt x="298" y="943"/>
                      <a:pt x="304" y="946"/>
                    </a:cubicBezTo>
                    <a:cubicBezTo>
                      <a:pt x="309" y="950"/>
                      <a:pt x="316" y="951"/>
                      <a:pt x="322" y="951"/>
                    </a:cubicBezTo>
                    <a:lnTo>
                      <a:pt x="682" y="951"/>
                    </a:lnTo>
                    <a:cubicBezTo>
                      <a:pt x="689" y="951"/>
                      <a:pt x="695" y="950"/>
                      <a:pt x="701" y="946"/>
                    </a:cubicBezTo>
                    <a:cubicBezTo>
                      <a:pt x="707" y="943"/>
                      <a:pt x="711" y="938"/>
                      <a:pt x="715" y="933"/>
                    </a:cubicBezTo>
                    <a:cubicBezTo>
                      <a:pt x="718" y="927"/>
                      <a:pt x="719" y="921"/>
                      <a:pt x="719" y="915"/>
                    </a:cubicBezTo>
                    <a:lnTo>
                      <a:pt x="719" y="741"/>
                    </a:lnTo>
                    <a:moveTo>
                      <a:pt x="639" y="533"/>
                    </a:moveTo>
                    <a:cubicBezTo>
                      <a:pt x="631" y="537"/>
                      <a:pt x="623" y="539"/>
                      <a:pt x="615" y="539"/>
                    </a:cubicBezTo>
                    <a:lnTo>
                      <a:pt x="615" y="539"/>
                    </a:lnTo>
                    <a:lnTo>
                      <a:pt x="384" y="539"/>
                    </a:lnTo>
                    <a:lnTo>
                      <a:pt x="384" y="539"/>
                    </a:lnTo>
                    <a:cubicBezTo>
                      <a:pt x="376" y="539"/>
                      <a:pt x="368" y="537"/>
                      <a:pt x="361" y="533"/>
                    </a:cubicBezTo>
                    <a:cubicBezTo>
                      <a:pt x="356" y="530"/>
                      <a:pt x="351" y="526"/>
                      <a:pt x="347" y="521"/>
                    </a:cubicBezTo>
                    <a:cubicBezTo>
                      <a:pt x="346" y="520"/>
                      <a:pt x="345" y="518"/>
                      <a:pt x="343" y="516"/>
                    </a:cubicBezTo>
                    <a:cubicBezTo>
                      <a:pt x="339" y="509"/>
                      <a:pt x="337" y="501"/>
                      <a:pt x="337" y="493"/>
                    </a:cubicBezTo>
                    <a:cubicBezTo>
                      <a:pt x="337" y="489"/>
                      <a:pt x="338" y="485"/>
                      <a:pt x="339" y="482"/>
                    </a:cubicBezTo>
                    <a:lnTo>
                      <a:pt x="356" y="412"/>
                    </a:lnTo>
                    <a:cubicBezTo>
                      <a:pt x="358" y="403"/>
                      <a:pt x="362" y="394"/>
                      <a:pt x="367" y="386"/>
                    </a:cubicBezTo>
                    <a:cubicBezTo>
                      <a:pt x="376" y="370"/>
                      <a:pt x="389" y="357"/>
                      <a:pt x="404" y="348"/>
                    </a:cubicBezTo>
                    <a:cubicBezTo>
                      <a:pt x="407" y="347"/>
                      <a:pt x="410" y="345"/>
                      <a:pt x="414" y="344"/>
                    </a:cubicBezTo>
                    <a:cubicBezTo>
                      <a:pt x="413" y="342"/>
                      <a:pt x="412" y="341"/>
                      <a:pt x="411" y="339"/>
                    </a:cubicBezTo>
                    <a:cubicBezTo>
                      <a:pt x="402" y="324"/>
                      <a:pt x="397" y="306"/>
                      <a:pt x="397" y="288"/>
                    </a:cubicBezTo>
                    <a:lnTo>
                      <a:pt x="397" y="288"/>
                    </a:lnTo>
                    <a:cubicBezTo>
                      <a:pt x="397" y="270"/>
                      <a:pt x="402" y="252"/>
                      <a:pt x="411" y="237"/>
                    </a:cubicBezTo>
                    <a:cubicBezTo>
                      <a:pt x="420" y="221"/>
                      <a:pt x="433" y="209"/>
                      <a:pt x="448" y="200"/>
                    </a:cubicBezTo>
                    <a:cubicBezTo>
                      <a:pt x="464" y="191"/>
                      <a:pt x="482" y="186"/>
                      <a:pt x="500" y="186"/>
                    </a:cubicBezTo>
                    <a:cubicBezTo>
                      <a:pt x="518" y="186"/>
                      <a:pt x="536" y="191"/>
                      <a:pt x="551" y="200"/>
                    </a:cubicBezTo>
                    <a:cubicBezTo>
                      <a:pt x="567" y="209"/>
                      <a:pt x="579" y="221"/>
                      <a:pt x="588" y="237"/>
                    </a:cubicBezTo>
                    <a:cubicBezTo>
                      <a:pt x="597" y="252"/>
                      <a:pt x="602" y="270"/>
                      <a:pt x="602" y="288"/>
                    </a:cubicBezTo>
                    <a:lnTo>
                      <a:pt x="602" y="288"/>
                    </a:lnTo>
                    <a:cubicBezTo>
                      <a:pt x="602" y="306"/>
                      <a:pt x="597" y="324"/>
                      <a:pt x="588" y="339"/>
                    </a:cubicBezTo>
                    <a:cubicBezTo>
                      <a:pt x="588" y="341"/>
                      <a:pt x="587" y="342"/>
                      <a:pt x="586" y="344"/>
                    </a:cubicBezTo>
                    <a:cubicBezTo>
                      <a:pt x="589" y="345"/>
                      <a:pt x="592" y="347"/>
                      <a:pt x="595" y="349"/>
                    </a:cubicBezTo>
                    <a:cubicBezTo>
                      <a:pt x="611" y="357"/>
                      <a:pt x="623" y="370"/>
                      <a:pt x="632" y="386"/>
                    </a:cubicBezTo>
                    <a:cubicBezTo>
                      <a:pt x="637" y="394"/>
                      <a:pt x="641" y="403"/>
                      <a:pt x="643" y="412"/>
                    </a:cubicBezTo>
                    <a:lnTo>
                      <a:pt x="660" y="482"/>
                    </a:lnTo>
                    <a:cubicBezTo>
                      <a:pt x="661" y="485"/>
                      <a:pt x="662" y="489"/>
                      <a:pt x="662" y="493"/>
                    </a:cubicBezTo>
                    <a:cubicBezTo>
                      <a:pt x="662" y="501"/>
                      <a:pt x="660" y="509"/>
                      <a:pt x="656" y="516"/>
                    </a:cubicBezTo>
                    <a:cubicBezTo>
                      <a:pt x="655" y="518"/>
                      <a:pt x="653" y="520"/>
                      <a:pt x="652" y="521"/>
                    </a:cubicBezTo>
                    <a:cubicBezTo>
                      <a:pt x="648" y="526"/>
                      <a:pt x="644" y="530"/>
                      <a:pt x="639" y="5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6" name="Google Shape;582;p50">
              <a:extLst>
                <a:ext uri="{FF2B5EF4-FFF2-40B4-BE49-F238E27FC236}">
                  <a16:creationId xmlns:a16="http://schemas.microsoft.com/office/drawing/2014/main" id="{9E0CA9D1-B042-4629-86A6-1B9F63ED0D4F}"/>
                </a:ext>
              </a:extLst>
            </p:cNvPr>
            <p:cNvGrpSpPr/>
            <p:nvPr/>
          </p:nvGrpSpPr>
          <p:grpSpPr>
            <a:xfrm>
              <a:off x="1416032" y="2595193"/>
              <a:ext cx="873579" cy="873579"/>
              <a:chOff x="5981400" y="2658960"/>
              <a:chExt cx="342720" cy="342720"/>
            </a:xfrm>
          </p:grpSpPr>
          <p:sp>
            <p:nvSpPr>
              <p:cNvPr id="17" name="Google Shape;583;p50">
                <a:extLst>
                  <a:ext uri="{FF2B5EF4-FFF2-40B4-BE49-F238E27FC236}">
                    <a16:creationId xmlns:a16="http://schemas.microsoft.com/office/drawing/2014/main" id="{9BD881F9-563D-48DF-AA25-C30C22D75AAB}"/>
                  </a:ext>
                </a:extLst>
              </p:cNvPr>
              <p:cNvSpPr/>
              <p:nvPr/>
            </p:nvSpPr>
            <p:spPr>
              <a:xfrm>
                <a:off x="6132600" y="2773080"/>
                <a:ext cx="40320" cy="40320"/>
              </a:xfrm>
              <a:custGeom>
                <a:avLst/>
                <a:gdLst/>
                <a:ahLst/>
                <a:cxnLst/>
                <a:rect l="l" t="t" r="r" b="b"/>
                <a:pathLst>
                  <a:path w="112" h="112" extrusionOk="0">
                    <a:moveTo>
                      <a:pt x="112" y="56"/>
                    </a:moveTo>
                    <a:cubicBezTo>
                      <a:pt x="112" y="66"/>
                      <a:pt x="109" y="75"/>
                      <a:pt x="104" y="84"/>
                    </a:cubicBezTo>
                    <a:cubicBezTo>
                      <a:pt x="100" y="92"/>
                      <a:pt x="93" y="99"/>
                      <a:pt x="84" y="104"/>
                    </a:cubicBezTo>
                    <a:cubicBezTo>
                      <a:pt x="76" y="109"/>
                      <a:pt x="66" y="112"/>
                      <a:pt x="56" y="112"/>
                    </a:cubicBezTo>
                    <a:cubicBezTo>
                      <a:pt x="46" y="112"/>
                      <a:pt x="37" y="109"/>
                      <a:pt x="28" y="104"/>
                    </a:cubicBezTo>
                    <a:cubicBezTo>
                      <a:pt x="20" y="99"/>
                      <a:pt x="13" y="92"/>
                      <a:pt x="8" y="84"/>
                    </a:cubicBezTo>
                    <a:cubicBezTo>
                      <a:pt x="3" y="75"/>
                      <a:pt x="0" y="66"/>
                      <a:pt x="0" y="56"/>
                    </a:cubicBezTo>
                    <a:cubicBezTo>
                      <a:pt x="0" y="46"/>
                      <a:pt x="3" y="36"/>
                      <a:pt x="8" y="28"/>
                    </a:cubicBezTo>
                    <a:cubicBezTo>
                      <a:pt x="13" y="19"/>
                      <a:pt x="20" y="11"/>
                      <a:pt x="28" y="7"/>
                    </a:cubicBezTo>
                    <a:cubicBezTo>
                      <a:pt x="37" y="2"/>
                      <a:pt x="46" y="0"/>
                      <a:pt x="56" y="0"/>
                    </a:cubicBezTo>
                    <a:cubicBezTo>
                      <a:pt x="66" y="0"/>
                      <a:pt x="76" y="2"/>
                      <a:pt x="84" y="7"/>
                    </a:cubicBezTo>
                    <a:cubicBezTo>
                      <a:pt x="93" y="11"/>
                      <a:pt x="100" y="19"/>
                      <a:pt x="104" y="28"/>
                    </a:cubicBezTo>
                    <a:cubicBezTo>
                      <a:pt x="109" y="36"/>
                      <a:pt x="112" y="46"/>
                      <a:pt x="112" y="5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 name="Google Shape;584;p50">
                <a:extLst>
                  <a:ext uri="{FF2B5EF4-FFF2-40B4-BE49-F238E27FC236}">
                    <a16:creationId xmlns:a16="http://schemas.microsoft.com/office/drawing/2014/main" id="{15817E2D-3232-4B5B-AFAC-22383BDB0032}"/>
                  </a:ext>
                </a:extLst>
              </p:cNvPr>
              <p:cNvSpPr/>
              <p:nvPr/>
            </p:nvSpPr>
            <p:spPr>
              <a:xfrm>
                <a:off x="5981400" y="2658960"/>
                <a:ext cx="342720" cy="342720"/>
              </a:xfrm>
              <a:custGeom>
                <a:avLst/>
                <a:gdLst/>
                <a:ahLst/>
                <a:cxnLst/>
                <a:rect l="l" t="t" r="r" b="b"/>
                <a:pathLst>
                  <a:path w="952" h="952" extrusionOk="0">
                    <a:moveTo>
                      <a:pt x="926" y="402"/>
                    </a:moveTo>
                    <a:lnTo>
                      <a:pt x="835" y="402"/>
                    </a:lnTo>
                    <a:cubicBezTo>
                      <a:pt x="831" y="402"/>
                      <a:pt x="826" y="400"/>
                      <a:pt x="822" y="398"/>
                    </a:cubicBezTo>
                    <a:cubicBezTo>
                      <a:pt x="818" y="396"/>
                      <a:pt x="815" y="392"/>
                      <a:pt x="813" y="388"/>
                    </a:cubicBezTo>
                    <a:cubicBezTo>
                      <a:pt x="812" y="387"/>
                      <a:pt x="811" y="385"/>
                      <a:pt x="810" y="383"/>
                    </a:cubicBezTo>
                    <a:cubicBezTo>
                      <a:pt x="803" y="356"/>
                      <a:pt x="792" y="330"/>
                      <a:pt x="779" y="306"/>
                    </a:cubicBezTo>
                    <a:cubicBezTo>
                      <a:pt x="776" y="302"/>
                      <a:pt x="775" y="297"/>
                      <a:pt x="775" y="293"/>
                    </a:cubicBezTo>
                    <a:cubicBezTo>
                      <a:pt x="775" y="288"/>
                      <a:pt x="776" y="284"/>
                      <a:pt x="779" y="280"/>
                    </a:cubicBezTo>
                    <a:cubicBezTo>
                      <a:pt x="780" y="278"/>
                      <a:pt x="781" y="276"/>
                      <a:pt x="783" y="274"/>
                    </a:cubicBezTo>
                    <a:lnTo>
                      <a:pt x="847" y="210"/>
                    </a:lnTo>
                    <a:cubicBezTo>
                      <a:pt x="849" y="209"/>
                      <a:pt x="850" y="207"/>
                      <a:pt x="851" y="205"/>
                    </a:cubicBezTo>
                    <a:cubicBezTo>
                      <a:pt x="853" y="201"/>
                      <a:pt x="854" y="197"/>
                      <a:pt x="854" y="192"/>
                    </a:cubicBezTo>
                    <a:cubicBezTo>
                      <a:pt x="854" y="187"/>
                      <a:pt x="853" y="183"/>
                      <a:pt x="851" y="179"/>
                    </a:cubicBezTo>
                    <a:cubicBezTo>
                      <a:pt x="850" y="177"/>
                      <a:pt x="849" y="175"/>
                      <a:pt x="847" y="174"/>
                    </a:cubicBezTo>
                    <a:lnTo>
                      <a:pt x="779" y="106"/>
                    </a:lnTo>
                    <a:cubicBezTo>
                      <a:pt x="778" y="105"/>
                      <a:pt x="776" y="103"/>
                      <a:pt x="774" y="102"/>
                    </a:cubicBezTo>
                    <a:cubicBezTo>
                      <a:pt x="770" y="100"/>
                      <a:pt x="766" y="99"/>
                      <a:pt x="761" y="99"/>
                    </a:cubicBezTo>
                    <a:cubicBezTo>
                      <a:pt x="756" y="99"/>
                      <a:pt x="752" y="100"/>
                      <a:pt x="748" y="102"/>
                    </a:cubicBezTo>
                    <a:cubicBezTo>
                      <a:pt x="746" y="103"/>
                      <a:pt x="744" y="105"/>
                      <a:pt x="743" y="106"/>
                    </a:cubicBezTo>
                    <a:lnTo>
                      <a:pt x="678" y="170"/>
                    </a:lnTo>
                    <a:cubicBezTo>
                      <a:pt x="677" y="172"/>
                      <a:pt x="675" y="173"/>
                      <a:pt x="673" y="174"/>
                    </a:cubicBezTo>
                    <a:cubicBezTo>
                      <a:pt x="669" y="176"/>
                      <a:pt x="664" y="178"/>
                      <a:pt x="660" y="178"/>
                    </a:cubicBezTo>
                    <a:cubicBezTo>
                      <a:pt x="655" y="178"/>
                      <a:pt x="651" y="177"/>
                      <a:pt x="647" y="174"/>
                    </a:cubicBezTo>
                    <a:cubicBezTo>
                      <a:pt x="623" y="161"/>
                      <a:pt x="597" y="150"/>
                      <a:pt x="570" y="142"/>
                    </a:cubicBezTo>
                    <a:cubicBezTo>
                      <a:pt x="568" y="142"/>
                      <a:pt x="566" y="141"/>
                      <a:pt x="564" y="140"/>
                    </a:cubicBezTo>
                    <a:cubicBezTo>
                      <a:pt x="560" y="138"/>
                      <a:pt x="557" y="134"/>
                      <a:pt x="555" y="130"/>
                    </a:cubicBezTo>
                    <a:cubicBezTo>
                      <a:pt x="553" y="126"/>
                      <a:pt x="551" y="122"/>
                      <a:pt x="551" y="117"/>
                    </a:cubicBezTo>
                    <a:lnTo>
                      <a:pt x="551" y="27"/>
                    </a:lnTo>
                    <a:cubicBezTo>
                      <a:pt x="551" y="22"/>
                      <a:pt x="551" y="17"/>
                      <a:pt x="548" y="13"/>
                    </a:cubicBezTo>
                    <a:cubicBezTo>
                      <a:pt x="546" y="9"/>
                      <a:pt x="542" y="6"/>
                      <a:pt x="538" y="4"/>
                    </a:cubicBezTo>
                    <a:cubicBezTo>
                      <a:pt x="534" y="1"/>
                      <a:pt x="529" y="0"/>
                      <a:pt x="525" y="0"/>
                    </a:cubicBezTo>
                    <a:lnTo>
                      <a:pt x="428" y="0"/>
                    </a:lnTo>
                    <a:cubicBezTo>
                      <a:pt x="424" y="0"/>
                      <a:pt x="419" y="1"/>
                      <a:pt x="415" y="4"/>
                    </a:cubicBezTo>
                    <a:cubicBezTo>
                      <a:pt x="411" y="6"/>
                      <a:pt x="408" y="9"/>
                      <a:pt x="405" y="13"/>
                    </a:cubicBezTo>
                    <a:cubicBezTo>
                      <a:pt x="403" y="17"/>
                      <a:pt x="402" y="22"/>
                      <a:pt x="402" y="27"/>
                    </a:cubicBezTo>
                    <a:lnTo>
                      <a:pt x="402" y="117"/>
                    </a:lnTo>
                    <a:cubicBezTo>
                      <a:pt x="402" y="122"/>
                      <a:pt x="400" y="126"/>
                      <a:pt x="398" y="130"/>
                    </a:cubicBezTo>
                    <a:cubicBezTo>
                      <a:pt x="396" y="134"/>
                      <a:pt x="393" y="137"/>
                      <a:pt x="389" y="140"/>
                    </a:cubicBezTo>
                    <a:cubicBezTo>
                      <a:pt x="387" y="141"/>
                      <a:pt x="385" y="142"/>
                      <a:pt x="383" y="142"/>
                    </a:cubicBezTo>
                    <a:cubicBezTo>
                      <a:pt x="356" y="150"/>
                      <a:pt x="330" y="160"/>
                      <a:pt x="306" y="174"/>
                    </a:cubicBezTo>
                    <a:cubicBezTo>
                      <a:pt x="302" y="176"/>
                      <a:pt x="297" y="177"/>
                      <a:pt x="293" y="177"/>
                    </a:cubicBezTo>
                    <a:cubicBezTo>
                      <a:pt x="288" y="177"/>
                      <a:pt x="284" y="176"/>
                      <a:pt x="280" y="174"/>
                    </a:cubicBezTo>
                    <a:cubicBezTo>
                      <a:pt x="278" y="172"/>
                      <a:pt x="276" y="171"/>
                      <a:pt x="275" y="170"/>
                    </a:cubicBezTo>
                    <a:lnTo>
                      <a:pt x="212" y="104"/>
                    </a:lnTo>
                    <a:cubicBezTo>
                      <a:pt x="210" y="102"/>
                      <a:pt x="208" y="101"/>
                      <a:pt x="206" y="100"/>
                    </a:cubicBezTo>
                    <a:cubicBezTo>
                      <a:pt x="202" y="98"/>
                      <a:pt x="198" y="96"/>
                      <a:pt x="193" y="96"/>
                    </a:cubicBezTo>
                    <a:cubicBezTo>
                      <a:pt x="189" y="96"/>
                      <a:pt x="184" y="98"/>
                      <a:pt x="180" y="100"/>
                    </a:cubicBezTo>
                    <a:cubicBezTo>
                      <a:pt x="178" y="101"/>
                      <a:pt x="176" y="102"/>
                      <a:pt x="175" y="104"/>
                    </a:cubicBezTo>
                    <a:lnTo>
                      <a:pt x="106" y="172"/>
                    </a:lnTo>
                    <a:cubicBezTo>
                      <a:pt x="104" y="174"/>
                      <a:pt x="103" y="175"/>
                      <a:pt x="102" y="177"/>
                    </a:cubicBezTo>
                    <a:cubicBezTo>
                      <a:pt x="100" y="181"/>
                      <a:pt x="98" y="185"/>
                      <a:pt x="98" y="190"/>
                    </a:cubicBezTo>
                    <a:cubicBezTo>
                      <a:pt x="98" y="194"/>
                      <a:pt x="100" y="200"/>
                      <a:pt x="102" y="204"/>
                    </a:cubicBezTo>
                    <a:cubicBezTo>
                      <a:pt x="103" y="205"/>
                      <a:pt x="104" y="207"/>
                      <a:pt x="106" y="209"/>
                    </a:cubicBezTo>
                    <a:lnTo>
                      <a:pt x="170" y="273"/>
                    </a:lnTo>
                    <a:cubicBezTo>
                      <a:pt x="171" y="275"/>
                      <a:pt x="173" y="276"/>
                      <a:pt x="174" y="278"/>
                    </a:cubicBezTo>
                    <a:cubicBezTo>
                      <a:pt x="176" y="282"/>
                      <a:pt x="177" y="287"/>
                      <a:pt x="177" y="292"/>
                    </a:cubicBezTo>
                    <a:cubicBezTo>
                      <a:pt x="177" y="296"/>
                      <a:pt x="176" y="300"/>
                      <a:pt x="174" y="304"/>
                    </a:cubicBezTo>
                    <a:cubicBezTo>
                      <a:pt x="160" y="328"/>
                      <a:pt x="149" y="354"/>
                      <a:pt x="142" y="381"/>
                    </a:cubicBezTo>
                    <a:cubicBezTo>
                      <a:pt x="141" y="383"/>
                      <a:pt x="141" y="385"/>
                      <a:pt x="139" y="387"/>
                    </a:cubicBezTo>
                    <a:cubicBezTo>
                      <a:pt x="137" y="391"/>
                      <a:pt x="134" y="394"/>
                      <a:pt x="130" y="397"/>
                    </a:cubicBezTo>
                    <a:cubicBezTo>
                      <a:pt x="126" y="399"/>
                      <a:pt x="121" y="400"/>
                      <a:pt x="117" y="400"/>
                    </a:cubicBezTo>
                    <a:cubicBezTo>
                      <a:pt x="116" y="400"/>
                      <a:pt x="116" y="400"/>
                      <a:pt x="116" y="400"/>
                    </a:cubicBezTo>
                    <a:lnTo>
                      <a:pt x="26" y="400"/>
                    </a:lnTo>
                    <a:cubicBezTo>
                      <a:pt x="22" y="400"/>
                      <a:pt x="17" y="401"/>
                      <a:pt x="13" y="404"/>
                    </a:cubicBezTo>
                    <a:cubicBezTo>
                      <a:pt x="9" y="406"/>
                      <a:pt x="6" y="408"/>
                      <a:pt x="3" y="413"/>
                    </a:cubicBezTo>
                    <a:cubicBezTo>
                      <a:pt x="1" y="417"/>
                      <a:pt x="0" y="422"/>
                      <a:pt x="0" y="427"/>
                    </a:cubicBezTo>
                    <a:lnTo>
                      <a:pt x="0" y="522"/>
                    </a:lnTo>
                    <a:cubicBezTo>
                      <a:pt x="0" y="527"/>
                      <a:pt x="1" y="531"/>
                      <a:pt x="3" y="535"/>
                    </a:cubicBezTo>
                    <a:cubicBezTo>
                      <a:pt x="6" y="540"/>
                      <a:pt x="9" y="543"/>
                      <a:pt x="13" y="545"/>
                    </a:cubicBezTo>
                    <a:cubicBezTo>
                      <a:pt x="17" y="547"/>
                      <a:pt x="22" y="549"/>
                      <a:pt x="26" y="549"/>
                    </a:cubicBezTo>
                    <a:lnTo>
                      <a:pt x="117" y="549"/>
                    </a:lnTo>
                    <a:cubicBezTo>
                      <a:pt x="122" y="549"/>
                      <a:pt x="126" y="550"/>
                      <a:pt x="130" y="552"/>
                    </a:cubicBezTo>
                    <a:cubicBezTo>
                      <a:pt x="134" y="554"/>
                      <a:pt x="137" y="558"/>
                      <a:pt x="139" y="562"/>
                    </a:cubicBezTo>
                    <a:cubicBezTo>
                      <a:pt x="141" y="564"/>
                      <a:pt x="141" y="566"/>
                      <a:pt x="142" y="568"/>
                    </a:cubicBezTo>
                    <a:cubicBezTo>
                      <a:pt x="150" y="594"/>
                      <a:pt x="160" y="620"/>
                      <a:pt x="174" y="645"/>
                    </a:cubicBezTo>
                    <a:cubicBezTo>
                      <a:pt x="176" y="648"/>
                      <a:pt x="177" y="653"/>
                      <a:pt x="177" y="657"/>
                    </a:cubicBezTo>
                    <a:cubicBezTo>
                      <a:pt x="177" y="662"/>
                      <a:pt x="176" y="667"/>
                      <a:pt x="173" y="671"/>
                    </a:cubicBezTo>
                    <a:cubicBezTo>
                      <a:pt x="172" y="672"/>
                      <a:pt x="171" y="674"/>
                      <a:pt x="169" y="676"/>
                    </a:cubicBezTo>
                    <a:lnTo>
                      <a:pt x="106" y="740"/>
                    </a:lnTo>
                    <a:cubicBezTo>
                      <a:pt x="104" y="742"/>
                      <a:pt x="103" y="743"/>
                      <a:pt x="102" y="745"/>
                    </a:cubicBezTo>
                    <a:cubicBezTo>
                      <a:pt x="100" y="749"/>
                      <a:pt x="98" y="754"/>
                      <a:pt x="98" y="758"/>
                    </a:cubicBezTo>
                    <a:cubicBezTo>
                      <a:pt x="98" y="763"/>
                      <a:pt x="100" y="768"/>
                      <a:pt x="102" y="772"/>
                    </a:cubicBezTo>
                    <a:cubicBezTo>
                      <a:pt x="103" y="774"/>
                      <a:pt x="104" y="775"/>
                      <a:pt x="106" y="777"/>
                    </a:cubicBezTo>
                    <a:lnTo>
                      <a:pt x="174" y="845"/>
                    </a:lnTo>
                    <a:cubicBezTo>
                      <a:pt x="176" y="847"/>
                      <a:pt x="177" y="848"/>
                      <a:pt x="179" y="849"/>
                    </a:cubicBezTo>
                    <a:cubicBezTo>
                      <a:pt x="183" y="852"/>
                      <a:pt x="188" y="853"/>
                      <a:pt x="192" y="853"/>
                    </a:cubicBezTo>
                    <a:cubicBezTo>
                      <a:pt x="197" y="853"/>
                      <a:pt x="202" y="852"/>
                      <a:pt x="206" y="849"/>
                    </a:cubicBezTo>
                    <a:cubicBezTo>
                      <a:pt x="207" y="848"/>
                      <a:pt x="209" y="847"/>
                      <a:pt x="211" y="845"/>
                    </a:cubicBezTo>
                    <a:lnTo>
                      <a:pt x="275" y="781"/>
                    </a:lnTo>
                    <a:cubicBezTo>
                      <a:pt x="277" y="780"/>
                      <a:pt x="278" y="778"/>
                      <a:pt x="280" y="777"/>
                    </a:cubicBezTo>
                    <a:cubicBezTo>
                      <a:pt x="284" y="775"/>
                      <a:pt x="289" y="774"/>
                      <a:pt x="294" y="774"/>
                    </a:cubicBezTo>
                    <a:cubicBezTo>
                      <a:pt x="298" y="774"/>
                      <a:pt x="302" y="775"/>
                      <a:pt x="306" y="777"/>
                    </a:cubicBezTo>
                    <a:cubicBezTo>
                      <a:pt x="330" y="791"/>
                      <a:pt x="356" y="802"/>
                      <a:pt x="383" y="809"/>
                    </a:cubicBezTo>
                    <a:cubicBezTo>
                      <a:pt x="385" y="810"/>
                      <a:pt x="387" y="811"/>
                      <a:pt x="389" y="812"/>
                    </a:cubicBezTo>
                    <a:cubicBezTo>
                      <a:pt x="393" y="814"/>
                      <a:pt x="396" y="817"/>
                      <a:pt x="398" y="821"/>
                    </a:cubicBezTo>
                    <a:cubicBezTo>
                      <a:pt x="401" y="825"/>
                      <a:pt x="402" y="830"/>
                      <a:pt x="402" y="834"/>
                    </a:cubicBezTo>
                    <a:lnTo>
                      <a:pt x="402" y="925"/>
                    </a:lnTo>
                    <a:cubicBezTo>
                      <a:pt x="402" y="930"/>
                      <a:pt x="404" y="934"/>
                      <a:pt x="406" y="938"/>
                    </a:cubicBezTo>
                    <a:cubicBezTo>
                      <a:pt x="409" y="942"/>
                      <a:pt x="411" y="946"/>
                      <a:pt x="415" y="948"/>
                    </a:cubicBezTo>
                    <a:cubicBezTo>
                      <a:pt x="419" y="950"/>
                      <a:pt x="424" y="952"/>
                      <a:pt x="428" y="952"/>
                    </a:cubicBezTo>
                    <a:lnTo>
                      <a:pt x="525" y="952"/>
                    </a:lnTo>
                    <a:cubicBezTo>
                      <a:pt x="530" y="952"/>
                      <a:pt x="534" y="950"/>
                      <a:pt x="538" y="948"/>
                    </a:cubicBezTo>
                    <a:cubicBezTo>
                      <a:pt x="542" y="946"/>
                      <a:pt x="546" y="942"/>
                      <a:pt x="548" y="938"/>
                    </a:cubicBezTo>
                    <a:cubicBezTo>
                      <a:pt x="550" y="934"/>
                      <a:pt x="552" y="930"/>
                      <a:pt x="552" y="925"/>
                    </a:cubicBezTo>
                    <a:lnTo>
                      <a:pt x="552" y="834"/>
                    </a:lnTo>
                    <a:cubicBezTo>
                      <a:pt x="552" y="830"/>
                      <a:pt x="553" y="826"/>
                      <a:pt x="555" y="822"/>
                    </a:cubicBezTo>
                    <a:cubicBezTo>
                      <a:pt x="557" y="818"/>
                      <a:pt x="561" y="814"/>
                      <a:pt x="565" y="812"/>
                    </a:cubicBezTo>
                    <a:cubicBezTo>
                      <a:pt x="567" y="811"/>
                      <a:pt x="569" y="810"/>
                      <a:pt x="571" y="810"/>
                    </a:cubicBezTo>
                    <a:cubicBezTo>
                      <a:pt x="597" y="802"/>
                      <a:pt x="623" y="791"/>
                      <a:pt x="648" y="778"/>
                    </a:cubicBezTo>
                    <a:cubicBezTo>
                      <a:pt x="651" y="776"/>
                      <a:pt x="656" y="775"/>
                      <a:pt x="660" y="775"/>
                    </a:cubicBezTo>
                    <a:cubicBezTo>
                      <a:pt x="665" y="775"/>
                      <a:pt x="670" y="776"/>
                      <a:pt x="674" y="778"/>
                    </a:cubicBezTo>
                    <a:cubicBezTo>
                      <a:pt x="675" y="779"/>
                      <a:pt x="677" y="781"/>
                      <a:pt x="679" y="782"/>
                    </a:cubicBezTo>
                    <a:lnTo>
                      <a:pt x="741" y="846"/>
                    </a:lnTo>
                    <a:cubicBezTo>
                      <a:pt x="742" y="847"/>
                      <a:pt x="744" y="849"/>
                      <a:pt x="746" y="850"/>
                    </a:cubicBezTo>
                    <a:cubicBezTo>
                      <a:pt x="750" y="852"/>
                      <a:pt x="754" y="853"/>
                      <a:pt x="759" y="853"/>
                    </a:cubicBezTo>
                    <a:cubicBezTo>
                      <a:pt x="764" y="853"/>
                      <a:pt x="768" y="852"/>
                      <a:pt x="772" y="850"/>
                    </a:cubicBezTo>
                    <a:cubicBezTo>
                      <a:pt x="774" y="849"/>
                      <a:pt x="776" y="847"/>
                      <a:pt x="777" y="846"/>
                    </a:cubicBezTo>
                    <a:lnTo>
                      <a:pt x="846" y="778"/>
                    </a:lnTo>
                    <a:cubicBezTo>
                      <a:pt x="847" y="776"/>
                      <a:pt x="849" y="774"/>
                      <a:pt x="850" y="772"/>
                    </a:cubicBezTo>
                    <a:cubicBezTo>
                      <a:pt x="852" y="768"/>
                      <a:pt x="853" y="764"/>
                      <a:pt x="853" y="759"/>
                    </a:cubicBezTo>
                    <a:cubicBezTo>
                      <a:pt x="853" y="755"/>
                      <a:pt x="852" y="750"/>
                      <a:pt x="850" y="746"/>
                    </a:cubicBezTo>
                    <a:cubicBezTo>
                      <a:pt x="849" y="744"/>
                      <a:pt x="847" y="742"/>
                      <a:pt x="846" y="741"/>
                    </a:cubicBezTo>
                    <a:lnTo>
                      <a:pt x="782" y="677"/>
                    </a:lnTo>
                    <a:cubicBezTo>
                      <a:pt x="780" y="675"/>
                      <a:pt x="779" y="673"/>
                      <a:pt x="778" y="671"/>
                    </a:cubicBezTo>
                    <a:cubicBezTo>
                      <a:pt x="776" y="667"/>
                      <a:pt x="774" y="663"/>
                      <a:pt x="774" y="658"/>
                    </a:cubicBezTo>
                    <a:cubicBezTo>
                      <a:pt x="774" y="654"/>
                      <a:pt x="776" y="649"/>
                      <a:pt x="778" y="645"/>
                    </a:cubicBezTo>
                    <a:cubicBezTo>
                      <a:pt x="792" y="621"/>
                      <a:pt x="802" y="595"/>
                      <a:pt x="810" y="569"/>
                    </a:cubicBezTo>
                    <a:cubicBezTo>
                      <a:pt x="810" y="567"/>
                      <a:pt x="811" y="565"/>
                      <a:pt x="812" y="563"/>
                    </a:cubicBezTo>
                    <a:cubicBezTo>
                      <a:pt x="815" y="559"/>
                      <a:pt x="818" y="555"/>
                      <a:pt x="822" y="553"/>
                    </a:cubicBezTo>
                    <a:cubicBezTo>
                      <a:pt x="826" y="551"/>
                      <a:pt x="831" y="550"/>
                      <a:pt x="835" y="550"/>
                    </a:cubicBezTo>
                    <a:cubicBezTo>
                      <a:pt x="836" y="550"/>
                      <a:pt x="836" y="550"/>
                      <a:pt x="836" y="550"/>
                    </a:cubicBezTo>
                    <a:lnTo>
                      <a:pt x="926" y="550"/>
                    </a:lnTo>
                    <a:cubicBezTo>
                      <a:pt x="931" y="550"/>
                      <a:pt x="935" y="548"/>
                      <a:pt x="939" y="546"/>
                    </a:cubicBezTo>
                    <a:cubicBezTo>
                      <a:pt x="943" y="544"/>
                      <a:pt x="947" y="541"/>
                      <a:pt x="949" y="536"/>
                    </a:cubicBezTo>
                    <a:cubicBezTo>
                      <a:pt x="952" y="532"/>
                      <a:pt x="952" y="528"/>
                      <a:pt x="952" y="523"/>
                    </a:cubicBezTo>
                    <a:lnTo>
                      <a:pt x="952" y="428"/>
                    </a:lnTo>
                    <a:cubicBezTo>
                      <a:pt x="952" y="423"/>
                      <a:pt x="951" y="419"/>
                      <a:pt x="949" y="415"/>
                    </a:cubicBezTo>
                    <a:cubicBezTo>
                      <a:pt x="946" y="411"/>
                      <a:pt x="943" y="407"/>
                      <a:pt x="939" y="405"/>
                    </a:cubicBezTo>
                    <a:cubicBezTo>
                      <a:pt x="935" y="403"/>
                      <a:pt x="931" y="402"/>
                      <a:pt x="926" y="402"/>
                    </a:cubicBezTo>
                    <a:moveTo>
                      <a:pt x="644" y="632"/>
                    </a:moveTo>
                    <a:cubicBezTo>
                      <a:pt x="640" y="637"/>
                      <a:pt x="635" y="641"/>
                      <a:pt x="630" y="644"/>
                    </a:cubicBezTo>
                    <a:cubicBezTo>
                      <a:pt x="623" y="649"/>
                      <a:pt x="614" y="651"/>
                      <a:pt x="606" y="651"/>
                    </a:cubicBezTo>
                    <a:lnTo>
                      <a:pt x="606" y="651"/>
                    </a:lnTo>
                    <a:lnTo>
                      <a:pt x="345" y="651"/>
                    </a:lnTo>
                    <a:lnTo>
                      <a:pt x="345" y="651"/>
                    </a:lnTo>
                    <a:cubicBezTo>
                      <a:pt x="337" y="651"/>
                      <a:pt x="328" y="649"/>
                      <a:pt x="321" y="644"/>
                    </a:cubicBezTo>
                    <a:cubicBezTo>
                      <a:pt x="316" y="641"/>
                      <a:pt x="311" y="637"/>
                      <a:pt x="307" y="632"/>
                    </a:cubicBezTo>
                    <a:cubicBezTo>
                      <a:pt x="306" y="630"/>
                      <a:pt x="304" y="628"/>
                      <a:pt x="303" y="626"/>
                    </a:cubicBezTo>
                    <a:cubicBezTo>
                      <a:pt x="299" y="619"/>
                      <a:pt x="297" y="611"/>
                      <a:pt x="297" y="602"/>
                    </a:cubicBezTo>
                    <a:cubicBezTo>
                      <a:pt x="297" y="598"/>
                      <a:pt x="297" y="594"/>
                      <a:pt x="298" y="590"/>
                    </a:cubicBezTo>
                    <a:lnTo>
                      <a:pt x="317" y="512"/>
                    </a:lnTo>
                    <a:cubicBezTo>
                      <a:pt x="320" y="502"/>
                      <a:pt x="324" y="493"/>
                      <a:pt x="329" y="484"/>
                    </a:cubicBezTo>
                    <a:cubicBezTo>
                      <a:pt x="339" y="468"/>
                      <a:pt x="353" y="454"/>
                      <a:pt x="370" y="444"/>
                    </a:cubicBezTo>
                    <a:cubicBezTo>
                      <a:pt x="374" y="441"/>
                      <a:pt x="379" y="439"/>
                      <a:pt x="384" y="437"/>
                    </a:cubicBezTo>
                    <a:cubicBezTo>
                      <a:pt x="382" y="434"/>
                      <a:pt x="380" y="431"/>
                      <a:pt x="379" y="429"/>
                    </a:cubicBezTo>
                    <a:cubicBezTo>
                      <a:pt x="369" y="412"/>
                      <a:pt x="364" y="393"/>
                      <a:pt x="364" y="373"/>
                    </a:cubicBezTo>
                    <a:cubicBezTo>
                      <a:pt x="364" y="353"/>
                      <a:pt x="369" y="334"/>
                      <a:pt x="379" y="317"/>
                    </a:cubicBezTo>
                    <a:cubicBezTo>
                      <a:pt x="389" y="300"/>
                      <a:pt x="403" y="286"/>
                      <a:pt x="420" y="276"/>
                    </a:cubicBezTo>
                    <a:cubicBezTo>
                      <a:pt x="437" y="266"/>
                      <a:pt x="457" y="261"/>
                      <a:pt x="476" y="261"/>
                    </a:cubicBezTo>
                    <a:cubicBezTo>
                      <a:pt x="496" y="261"/>
                      <a:pt x="514" y="266"/>
                      <a:pt x="531" y="276"/>
                    </a:cubicBezTo>
                    <a:cubicBezTo>
                      <a:pt x="548" y="286"/>
                      <a:pt x="562" y="300"/>
                      <a:pt x="572" y="317"/>
                    </a:cubicBezTo>
                    <a:cubicBezTo>
                      <a:pt x="582" y="334"/>
                      <a:pt x="587" y="353"/>
                      <a:pt x="587" y="373"/>
                    </a:cubicBezTo>
                    <a:cubicBezTo>
                      <a:pt x="587" y="393"/>
                      <a:pt x="582" y="412"/>
                      <a:pt x="572" y="429"/>
                    </a:cubicBezTo>
                    <a:cubicBezTo>
                      <a:pt x="571" y="431"/>
                      <a:pt x="569" y="434"/>
                      <a:pt x="567" y="437"/>
                    </a:cubicBezTo>
                    <a:cubicBezTo>
                      <a:pt x="572" y="439"/>
                      <a:pt x="577" y="441"/>
                      <a:pt x="581" y="444"/>
                    </a:cubicBezTo>
                    <a:cubicBezTo>
                      <a:pt x="598" y="454"/>
                      <a:pt x="612" y="468"/>
                      <a:pt x="622" y="484"/>
                    </a:cubicBezTo>
                    <a:cubicBezTo>
                      <a:pt x="627" y="493"/>
                      <a:pt x="631" y="502"/>
                      <a:pt x="634" y="512"/>
                    </a:cubicBezTo>
                    <a:lnTo>
                      <a:pt x="653" y="590"/>
                    </a:lnTo>
                    <a:cubicBezTo>
                      <a:pt x="654" y="594"/>
                      <a:pt x="655" y="599"/>
                      <a:pt x="655" y="603"/>
                    </a:cubicBezTo>
                    <a:cubicBezTo>
                      <a:pt x="655" y="611"/>
                      <a:pt x="653" y="619"/>
                      <a:pt x="648" y="627"/>
                    </a:cubicBezTo>
                    <a:cubicBezTo>
                      <a:pt x="647" y="629"/>
                      <a:pt x="646" y="630"/>
                      <a:pt x="645" y="632"/>
                    </a:cubicBezTo>
                    <a:lnTo>
                      <a:pt x="644" y="63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585;p50">
                <a:extLst>
                  <a:ext uri="{FF2B5EF4-FFF2-40B4-BE49-F238E27FC236}">
                    <a16:creationId xmlns:a16="http://schemas.microsoft.com/office/drawing/2014/main" id="{D7AC912A-851E-4852-A2A0-7DBFBE5089E2}"/>
                  </a:ext>
                </a:extLst>
              </p:cNvPr>
              <p:cNvSpPr/>
              <p:nvPr/>
            </p:nvSpPr>
            <p:spPr>
              <a:xfrm>
                <a:off x="6109560" y="2832840"/>
                <a:ext cx="87480" cy="40320"/>
              </a:xfrm>
              <a:custGeom>
                <a:avLst/>
                <a:gdLst/>
                <a:ahLst/>
                <a:cxnLst/>
                <a:rect l="l" t="t" r="r" b="b"/>
                <a:pathLst>
                  <a:path w="243" h="112" extrusionOk="0">
                    <a:moveTo>
                      <a:pt x="170" y="0"/>
                    </a:moveTo>
                    <a:lnTo>
                      <a:pt x="70" y="0"/>
                    </a:lnTo>
                    <a:lnTo>
                      <a:pt x="70" y="0"/>
                    </a:lnTo>
                    <a:cubicBezTo>
                      <a:pt x="61" y="1"/>
                      <a:pt x="52" y="4"/>
                      <a:pt x="44" y="8"/>
                    </a:cubicBezTo>
                    <a:cubicBezTo>
                      <a:pt x="35" y="14"/>
                      <a:pt x="28" y="20"/>
                      <a:pt x="23" y="28"/>
                    </a:cubicBezTo>
                    <a:cubicBezTo>
                      <a:pt x="21" y="33"/>
                      <a:pt x="19" y="38"/>
                      <a:pt x="17" y="43"/>
                    </a:cubicBezTo>
                    <a:lnTo>
                      <a:pt x="0" y="112"/>
                    </a:lnTo>
                    <a:lnTo>
                      <a:pt x="243" y="112"/>
                    </a:lnTo>
                    <a:lnTo>
                      <a:pt x="225" y="43"/>
                    </a:lnTo>
                    <a:lnTo>
                      <a:pt x="225" y="43"/>
                    </a:lnTo>
                    <a:cubicBezTo>
                      <a:pt x="224" y="38"/>
                      <a:pt x="223" y="33"/>
                      <a:pt x="220" y="28"/>
                    </a:cubicBezTo>
                    <a:cubicBezTo>
                      <a:pt x="216" y="20"/>
                      <a:pt x="208" y="13"/>
                      <a:pt x="199" y="8"/>
                    </a:cubicBezTo>
                    <a:cubicBezTo>
                      <a:pt x="191" y="3"/>
                      <a:pt x="181" y="0"/>
                      <a:pt x="171" y="0"/>
                    </a:cubicBezTo>
                    <a:lnTo>
                      <a:pt x="17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20" name="Google Shape;599;p50">
              <a:extLst>
                <a:ext uri="{FF2B5EF4-FFF2-40B4-BE49-F238E27FC236}">
                  <a16:creationId xmlns:a16="http://schemas.microsoft.com/office/drawing/2014/main" id="{442F2585-E0BC-411A-A955-D166B207E3E9}"/>
                </a:ext>
              </a:extLst>
            </p:cNvPr>
            <p:cNvGrpSpPr/>
            <p:nvPr/>
          </p:nvGrpSpPr>
          <p:grpSpPr>
            <a:xfrm>
              <a:off x="406623" y="3198922"/>
              <a:ext cx="873579" cy="876344"/>
              <a:chOff x="3016440" y="2658600"/>
              <a:chExt cx="341280" cy="342360"/>
            </a:xfrm>
          </p:grpSpPr>
          <p:sp>
            <p:nvSpPr>
              <p:cNvPr id="21" name="Google Shape;600;p50">
                <a:extLst>
                  <a:ext uri="{FF2B5EF4-FFF2-40B4-BE49-F238E27FC236}">
                    <a16:creationId xmlns:a16="http://schemas.microsoft.com/office/drawing/2014/main" id="{1B5CE1CC-66E5-49C0-B3F8-B4297877159E}"/>
                  </a:ext>
                </a:extLst>
              </p:cNvPr>
              <p:cNvSpPr/>
              <p:nvPr/>
            </p:nvSpPr>
            <p:spPr>
              <a:xfrm>
                <a:off x="3156840" y="2658600"/>
                <a:ext cx="60840" cy="60480"/>
              </a:xfrm>
              <a:custGeom>
                <a:avLst/>
                <a:gdLst/>
                <a:ahLst/>
                <a:cxnLst/>
                <a:rect l="l" t="t" r="r" b="b"/>
                <a:pathLst>
                  <a:path w="169" h="168" extrusionOk="0">
                    <a:moveTo>
                      <a:pt x="52" y="6"/>
                    </a:moveTo>
                    <a:lnTo>
                      <a:pt x="52" y="6"/>
                    </a:lnTo>
                    <a:cubicBezTo>
                      <a:pt x="49" y="8"/>
                      <a:pt x="46" y="8"/>
                      <a:pt x="42" y="11"/>
                    </a:cubicBezTo>
                    <a:cubicBezTo>
                      <a:pt x="30" y="18"/>
                      <a:pt x="19" y="29"/>
                      <a:pt x="12" y="42"/>
                    </a:cubicBezTo>
                    <a:cubicBezTo>
                      <a:pt x="4" y="55"/>
                      <a:pt x="0" y="69"/>
                      <a:pt x="0" y="84"/>
                    </a:cubicBezTo>
                    <a:cubicBezTo>
                      <a:pt x="0" y="99"/>
                      <a:pt x="4" y="113"/>
                      <a:pt x="12" y="126"/>
                    </a:cubicBezTo>
                    <a:cubicBezTo>
                      <a:pt x="19" y="139"/>
                      <a:pt x="29" y="150"/>
                      <a:pt x="42" y="157"/>
                    </a:cubicBezTo>
                    <a:cubicBezTo>
                      <a:pt x="54" y="164"/>
                      <a:pt x="69" y="168"/>
                      <a:pt x="84" y="168"/>
                    </a:cubicBezTo>
                    <a:cubicBezTo>
                      <a:pt x="98" y="168"/>
                      <a:pt x="114" y="164"/>
                      <a:pt x="127" y="157"/>
                    </a:cubicBezTo>
                    <a:cubicBezTo>
                      <a:pt x="139" y="150"/>
                      <a:pt x="149" y="139"/>
                      <a:pt x="157" y="126"/>
                    </a:cubicBezTo>
                    <a:cubicBezTo>
                      <a:pt x="164" y="113"/>
                      <a:pt x="169" y="99"/>
                      <a:pt x="169" y="84"/>
                    </a:cubicBezTo>
                    <a:cubicBezTo>
                      <a:pt x="169" y="69"/>
                      <a:pt x="164" y="55"/>
                      <a:pt x="157" y="42"/>
                    </a:cubicBezTo>
                    <a:cubicBezTo>
                      <a:pt x="149" y="29"/>
                      <a:pt x="139" y="18"/>
                      <a:pt x="127" y="11"/>
                    </a:cubicBezTo>
                    <a:cubicBezTo>
                      <a:pt x="114" y="3"/>
                      <a:pt x="101" y="0"/>
                      <a:pt x="87" y="0"/>
                    </a:cubicBezTo>
                    <a:lnTo>
                      <a:pt x="83" y="0"/>
                    </a:lnTo>
                    <a:lnTo>
                      <a:pt x="83" y="0"/>
                    </a:lnTo>
                    <a:cubicBezTo>
                      <a:pt x="72" y="0"/>
                      <a:pt x="62" y="2"/>
                      <a:pt x="52" y="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601;p50">
                <a:extLst>
                  <a:ext uri="{FF2B5EF4-FFF2-40B4-BE49-F238E27FC236}">
                    <a16:creationId xmlns:a16="http://schemas.microsoft.com/office/drawing/2014/main" id="{E69AF9F6-7CC8-4BE6-8967-57F8D946116C}"/>
                  </a:ext>
                </a:extLst>
              </p:cNvPr>
              <p:cNvSpPr/>
              <p:nvPr/>
            </p:nvSpPr>
            <p:spPr>
              <a:xfrm>
                <a:off x="3125520" y="2739240"/>
                <a:ext cx="122760" cy="68040"/>
              </a:xfrm>
              <a:custGeom>
                <a:avLst/>
                <a:gdLst/>
                <a:ahLst/>
                <a:cxnLst/>
                <a:rect l="l" t="t" r="r" b="b"/>
                <a:pathLst>
                  <a:path w="341" h="189" extrusionOk="0">
                    <a:moveTo>
                      <a:pt x="23" y="189"/>
                    </a:moveTo>
                    <a:lnTo>
                      <a:pt x="317" y="189"/>
                    </a:lnTo>
                    <a:cubicBezTo>
                      <a:pt x="322" y="189"/>
                      <a:pt x="326" y="188"/>
                      <a:pt x="329" y="186"/>
                    </a:cubicBezTo>
                    <a:cubicBezTo>
                      <a:pt x="333" y="184"/>
                      <a:pt x="336" y="180"/>
                      <a:pt x="338" y="177"/>
                    </a:cubicBezTo>
                    <a:cubicBezTo>
                      <a:pt x="340" y="173"/>
                      <a:pt x="341" y="170"/>
                      <a:pt x="341" y="165"/>
                    </a:cubicBezTo>
                    <a:cubicBezTo>
                      <a:pt x="341" y="163"/>
                      <a:pt x="341" y="161"/>
                      <a:pt x="340" y="160"/>
                    </a:cubicBezTo>
                    <a:lnTo>
                      <a:pt x="318" y="71"/>
                    </a:lnTo>
                    <a:cubicBezTo>
                      <a:pt x="316" y="63"/>
                      <a:pt x="313" y="55"/>
                      <a:pt x="308" y="47"/>
                    </a:cubicBezTo>
                    <a:cubicBezTo>
                      <a:pt x="300" y="33"/>
                      <a:pt x="288" y="20"/>
                      <a:pt x="274" y="12"/>
                    </a:cubicBezTo>
                    <a:cubicBezTo>
                      <a:pt x="259" y="3"/>
                      <a:pt x="243" y="0"/>
                      <a:pt x="227" y="0"/>
                    </a:cubicBezTo>
                    <a:lnTo>
                      <a:pt x="227" y="0"/>
                    </a:lnTo>
                    <a:lnTo>
                      <a:pt x="114" y="0"/>
                    </a:lnTo>
                    <a:lnTo>
                      <a:pt x="114" y="0"/>
                    </a:lnTo>
                    <a:cubicBezTo>
                      <a:pt x="97" y="0"/>
                      <a:pt x="81" y="3"/>
                      <a:pt x="67" y="12"/>
                    </a:cubicBezTo>
                    <a:cubicBezTo>
                      <a:pt x="52" y="20"/>
                      <a:pt x="41" y="33"/>
                      <a:pt x="32" y="47"/>
                    </a:cubicBezTo>
                    <a:cubicBezTo>
                      <a:pt x="28" y="55"/>
                      <a:pt x="25" y="63"/>
                      <a:pt x="22" y="71"/>
                    </a:cubicBezTo>
                    <a:lnTo>
                      <a:pt x="0" y="160"/>
                    </a:lnTo>
                    <a:cubicBezTo>
                      <a:pt x="0" y="161"/>
                      <a:pt x="0" y="163"/>
                      <a:pt x="0" y="165"/>
                    </a:cubicBezTo>
                    <a:cubicBezTo>
                      <a:pt x="0" y="170"/>
                      <a:pt x="1" y="173"/>
                      <a:pt x="3" y="177"/>
                    </a:cubicBezTo>
                    <a:cubicBezTo>
                      <a:pt x="5" y="180"/>
                      <a:pt x="8" y="184"/>
                      <a:pt x="11" y="186"/>
                    </a:cubicBezTo>
                    <a:cubicBezTo>
                      <a:pt x="15" y="188"/>
                      <a:pt x="19" y="189"/>
                      <a:pt x="23" y="189"/>
                    </a:cubicBezTo>
                    <a:close/>
                  </a:path>
                </a:pathLst>
              </a:custGeom>
              <a:solidFill>
                <a:schemeClr val="dk1"/>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602;p50">
                <a:extLst>
                  <a:ext uri="{FF2B5EF4-FFF2-40B4-BE49-F238E27FC236}">
                    <a16:creationId xmlns:a16="http://schemas.microsoft.com/office/drawing/2014/main" id="{A493AB64-1ED7-4E3B-8C5F-DD5B526B0265}"/>
                  </a:ext>
                </a:extLst>
              </p:cNvPr>
              <p:cNvSpPr/>
              <p:nvPr/>
            </p:nvSpPr>
            <p:spPr>
              <a:xfrm>
                <a:off x="3196800" y="2750040"/>
                <a:ext cx="160920" cy="250920"/>
              </a:xfrm>
              <a:custGeom>
                <a:avLst/>
                <a:gdLst/>
                <a:ahLst/>
                <a:cxnLst/>
                <a:rect l="l" t="t" r="r" b="b"/>
                <a:pathLst>
                  <a:path w="447" h="697" extrusionOk="0">
                    <a:moveTo>
                      <a:pt x="399" y="0"/>
                    </a:moveTo>
                    <a:cubicBezTo>
                      <a:pt x="397" y="0"/>
                      <a:pt x="394" y="0"/>
                      <a:pt x="392" y="0"/>
                    </a:cubicBezTo>
                    <a:cubicBezTo>
                      <a:pt x="382" y="0"/>
                      <a:pt x="372" y="3"/>
                      <a:pt x="363" y="8"/>
                    </a:cubicBezTo>
                    <a:cubicBezTo>
                      <a:pt x="354" y="13"/>
                      <a:pt x="347" y="20"/>
                      <a:pt x="342" y="29"/>
                    </a:cubicBezTo>
                    <a:cubicBezTo>
                      <a:pt x="337" y="37"/>
                      <a:pt x="334" y="47"/>
                      <a:pt x="334" y="57"/>
                    </a:cubicBezTo>
                    <a:lnTo>
                      <a:pt x="334" y="169"/>
                    </a:lnTo>
                    <a:cubicBezTo>
                      <a:pt x="337" y="170"/>
                      <a:pt x="340" y="171"/>
                      <a:pt x="343" y="173"/>
                    </a:cubicBezTo>
                    <a:cubicBezTo>
                      <a:pt x="350" y="177"/>
                      <a:pt x="356" y="182"/>
                      <a:pt x="361" y="187"/>
                    </a:cubicBezTo>
                    <a:cubicBezTo>
                      <a:pt x="367" y="193"/>
                      <a:pt x="371" y="199"/>
                      <a:pt x="375" y="206"/>
                    </a:cubicBezTo>
                    <a:cubicBezTo>
                      <a:pt x="383" y="220"/>
                      <a:pt x="388" y="234"/>
                      <a:pt x="388" y="250"/>
                    </a:cubicBezTo>
                    <a:cubicBezTo>
                      <a:pt x="388" y="266"/>
                      <a:pt x="383" y="282"/>
                      <a:pt x="375" y="296"/>
                    </a:cubicBezTo>
                    <a:cubicBezTo>
                      <a:pt x="371" y="303"/>
                      <a:pt x="367" y="309"/>
                      <a:pt x="361" y="315"/>
                    </a:cubicBezTo>
                    <a:lnTo>
                      <a:pt x="241" y="434"/>
                    </a:lnTo>
                    <a:cubicBezTo>
                      <a:pt x="239" y="436"/>
                      <a:pt x="237" y="437"/>
                      <a:pt x="235" y="439"/>
                    </a:cubicBezTo>
                    <a:cubicBezTo>
                      <a:pt x="231" y="441"/>
                      <a:pt x="226" y="442"/>
                      <a:pt x="221" y="442"/>
                    </a:cubicBezTo>
                    <a:lnTo>
                      <a:pt x="221" y="442"/>
                    </a:lnTo>
                    <a:lnTo>
                      <a:pt x="220" y="442"/>
                    </a:lnTo>
                    <a:cubicBezTo>
                      <a:pt x="216" y="442"/>
                      <a:pt x="211" y="441"/>
                      <a:pt x="207" y="439"/>
                    </a:cubicBezTo>
                    <a:cubicBezTo>
                      <a:pt x="205" y="438"/>
                      <a:pt x="203" y="436"/>
                      <a:pt x="201" y="434"/>
                    </a:cubicBezTo>
                    <a:cubicBezTo>
                      <a:pt x="199" y="432"/>
                      <a:pt x="197" y="430"/>
                      <a:pt x="196" y="428"/>
                    </a:cubicBezTo>
                    <a:cubicBezTo>
                      <a:pt x="194" y="424"/>
                      <a:pt x="192" y="419"/>
                      <a:pt x="192" y="414"/>
                    </a:cubicBezTo>
                    <a:cubicBezTo>
                      <a:pt x="192" y="410"/>
                      <a:pt x="194" y="405"/>
                      <a:pt x="196" y="401"/>
                    </a:cubicBezTo>
                    <a:cubicBezTo>
                      <a:pt x="197" y="399"/>
                      <a:pt x="199" y="397"/>
                      <a:pt x="201" y="395"/>
                    </a:cubicBezTo>
                    <a:lnTo>
                      <a:pt x="321" y="274"/>
                    </a:lnTo>
                    <a:cubicBezTo>
                      <a:pt x="323" y="272"/>
                      <a:pt x="325" y="270"/>
                      <a:pt x="327" y="267"/>
                    </a:cubicBezTo>
                    <a:cubicBezTo>
                      <a:pt x="330" y="262"/>
                      <a:pt x="332" y="257"/>
                      <a:pt x="332" y="250"/>
                    </a:cubicBezTo>
                    <a:cubicBezTo>
                      <a:pt x="332" y="244"/>
                      <a:pt x="330" y="237"/>
                      <a:pt x="327" y="232"/>
                    </a:cubicBezTo>
                    <a:cubicBezTo>
                      <a:pt x="324" y="227"/>
                      <a:pt x="319" y="223"/>
                      <a:pt x="314" y="220"/>
                    </a:cubicBezTo>
                    <a:cubicBezTo>
                      <a:pt x="309" y="217"/>
                      <a:pt x="303" y="216"/>
                      <a:pt x="297" y="216"/>
                    </a:cubicBezTo>
                    <a:cubicBezTo>
                      <a:pt x="290" y="216"/>
                      <a:pt x="284" y="217"/>
                      <a:pt x="279" y="220"/>
                    </a:cubicBezTo>
                    <a:cubicBezTo>
                      <a:pt x="276" y="222"/>
                      <a:pt x="274" y="224"/>
                      <a:pt x="272" y="225"/>
                    </a:cubicBezTo>
                    <a:lnTo>
                      <a:pt x="187" y="309"/>
                    </a:lnTo>
                    <a:cubicBezTo>
                      <a:pt x="186" y="311"/>
                      <a:pt x="184" y="313"/>
                      <a:pt x="181" y="314"/>
                    </a:cubicBezTo>
                    <a:cubicBezTo>
                      <a:pt x="177" y="316"/>
                      <a:pt x="172" y="318"/>
                      <a:pt x="167" y="318"/>
                    </a:cubicBezTo>
                    <a:cubicBezTo>
                      <a:pt x="165" y="318"/>
                      <a:pt x="163" y="317"/>
                      <a:pt x="161" y="317"/>
                    </a:cubicBezTo>
                    <a:lnTo>
                      <a:pt x="129" y="315"/>
                    </a:lnTo>
                    <a:cubicBezTo>
                      <a:pt x="127" y="315"/>
                      <a:pt x="124" y="315"/>
                      <a:pt x="122" y="315"/>
                    </a:cubicBezTo>
                    <a:cubicBezTo>
                      <a:pt x="111" y="315"/>
                      <a:pt x="100" y="317"/>
                      <a:pt x="91" y="323"/>
                    </a:cubicBezTo>
                    <a:cubicBezTo>
                      <a:pt x="86" y="326"/>
                      <a:pt x="82" y="329"/>
                      <a:pt x="78" y="333"/>
                    </a:cubicBezTo>
                    <a:lnTo>
                      <a:pt x="33" y="378"/>
                    </a:lnTo>
                    <a:cubicBezTo>
                      <a:pt x="26" y="385"/>
                      <a:pt x="20" y="393"/>
                      <a:pt x="15" y="401"/>
                    </a:cubicBezTo>
                    <a:cubicBezTo>
                      <a:pt x="5" y="418"/>
                      <a:pt x="0" y="438"/>
                      <a:pt x="0" y="457"/>
                    </a:cubicBezTo>
                    <a:lnTo>
                      <a:pt x="0" y="457"/>
                    </a:lnTo>
                    <a:lnTo>
                      <a:pt x="0" y="679"/>
                    </a:lnTo>
                    <a:lnTo>
                      <a:pt x="0" y="679"/>
                    </a:lnTo>
                    <a:cubicBezTo>
                      <a:pt x="0" y="682"/>
                      <a:pt x="1" y="685"/>
                      <a:pt x="3" y="688"/>
                    </a:cubicBezTo>
                    <a:cubicBezTo>
                      <a:pt x="4" y="691"/>
                      <a:pt x="6" y="693"/>
                      <a:pt x="9" y="695"/>
                    </a:cubicBezTo>
                    <a:cubicBezTo>
                      <a:pt x="11" y="697"/>
                      <a:pt x="15" y="697"/>
                      <a:pt x="19" y="697"/>
                    </a:cubicBezTo>
                    <a:lnTo>
                      <a:pt x="19" y="697"/>
                    </a:lnTo>
                    <a:lnTo>
                      <a:pt x="216" y="697"/>
                    </a:lnTo>
                    <a:cubicBezTo>
                      <a:pt x="219" y="697"/>
                      <a:pt x="222" y="697"/>
                      <a:pt x="225" y="695"/>
                    </a:cubicBezTo>
                    <a:cubicBezTo>
                      <a:pt x="228" y="693"/>
                      <a:pt x="230" y="691"/>
                      <a:pt x="232" y="688"/>
                    </a:cubicBezTo>
                    <a:cubicBezTo>
                      <a:pt x="234" y="685"/>
                      <a:pt x="234" y="682"/>
                      <a:pt x="234" y="679"/>
                    </a:cubicBezTo>
                    <a:lnTo>
                      <a:pt x="234" y="616"/>
                    </a:lnTo>
                    <a:lnTo>
                      <a:pt x="421" y="430"/>
                    </a:lnTo>
                    <a:cubicBezTo>
                      <a:pt x="426" y="424"/>
                      <a:pt x="431" y="418"/>
                      <a:pt x="435" y="411"/>
                    </a:cubicBezTo>
                    <a:cubicBezTo>
                      <a:pt x="443" y="397"/>
                      <a:pt x="447" y="381"/>
                      <a:pt x="447" y="365"/>
                    </a:cubicBezTo>
                    <a:cubicBezTo>
                      <a:pt x="447" y="364"/>
                      <a:pt x="447" y="364"/>
                      <a:pt x="447" y="364"/>
                    </a:cubicBezTo>
                    <a:lnTo>
                      <a:pt x="447" y="57"/>
                    </a:lnTo>
                    <a:lnTo>
                      <a:pt x="447" y="57"/>
                    </a:lnTo>
                    <a:cubicBezTo>
                      <a:pt x="447" y="47"/>
                      <a:pt x="445" y="36"/>
                      <a:pt x="440" y="28"/>
                    </a:cubicBezTo>
                    <a:cubicBezTo>
                      <a:pt x="435" y="19"/>
                      <a:pt x="428" y="12"/>
                      <a:pt x="419" y="7"/>
                    </a:cubicBezTo>
                    <a:cubicBezTo>
                      <a:pt x="413" y="4"/>
                      <a:pt x="406" y="2"/>
                      <a:pt x="399"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603;p50">
                <a:extLst>
                  <a:ext uri="{FF2B5EF4-FFF2-40B4-BE49-F238E27FC236}">
                    <a16:creationId xmlns:a16="http://schemas.microsoft.com/office/drawing/2014/main" id="{34793FFE-8B6A-456A-8B3C-2E7394E38C3B}"/>
                  </a:ext>
                </a:extLst>
              </p:cNvPr>
              <p:cNvSpPr/>
              <p:nvPr/>
            </p:nvSpPr>
            <p:spPr>
              <a:xfrm>
                <a:off x="3016440" y="2750040"/>
                <a:ext cx="160920" cy="250920"/>
              </a:xfrm>
              <a:custGeom>
                <a:avLst/>
                <a:gdLst/>
                <a:ahLst/>
                <a:cxnLst/>
                <a:rect l="l" t="t" r="r" b="b"/>
                <a:pathLst>
                  <a:path w="447" h="697" extrusionOk="0">
                    <a:moveTo>
                      <a:pt x="447" y="457"/>
                    </a:moveTo>
                    <a:lnTo>
                      <a:pt x="447" y="457"/>
                    </a:lnTo>
                    <a:cubicBezTo>
                      <a:pt x="447" y="438"/>
                      <a:pt x="441" y="418"/>
                      <a:pt x="432" y="401"/>
                    </a:cubicBezTo>
                    <a:cubicBezTo>
                      <a:pt x="427" y="393"/>
                      <a:pt x="421" y="385"/>
                      <a:pt x="414" y="378"/>
                    </a:cubicBezTo>
                    <a:lnTo>
                      <a:pt x="369" y="333"/>
                    </a:lnTo>
                    <a:cubicBezTo>
                      <a:pt x="365" y="329"/>
                      <a:pt x="360" y="326"/>
                      <a:pt x="356" y="323"/>
                    </a:cubicBezTo>
                    <a:cubicBezTo>
                      <a:pt x="346" y="317"/>
                      <a:pt x="336" y="315"/>
                      <a:pt x="325" y="315"/>
                    </a:cubicBezTo>
                    <a:cubicBezTo>
                      <a:pt x="322" y="315"/>
                      <a:pt x="320" y="315"/>
                      <a:pt x="317" y="315"/>
                    </a:cubicBezTo>
                    <a:lnTo>
                      <a:pt x="286" y="317"/>
                    </a:lnTo>
                    <a:cubicBezTo>
                      <a:pt x="284" y="317"/>
                      <a:pt x="282" y="318"/>
                      <a:pt x="279" y="318"/>
                    </a:cubicBezTo>
                    <a:cubicBezTo>
                      <a:pt x="274" y="318"/>
                      <a:pt x="270" y="316"/>
                      <a:pt x="265" y="314"/>
                    </a:cubicBezTo>
                    <a:cubicBezTo>
                      <a:pt x="263" y="313"/>
                      <a:pt x="261" y="311"/>
                      <a:pt x="259" y="309"/>
                    </a:cubicBezTo>
                    <a:lnTo>
                      <a:pt x="175" y="225"/>
                    </a:lnTo>
                    <a:cubicBezTo>
                      <a:pt x="173" y="224"/>
                      <a:pt x="170" y="222"/>
                      <a:pt x="168" y="220"/>
                    </a:cubicBezTo>
                    <a:cubicBezTo>
                      <a:pt x="162" y="217"/>
                      <a:pt x="156" y="216"/>
                      <a:pt x="150" y="216"/>
                    </a:cubicBezTo>
                    <a:cubicBezTo>
                      <a:pt x="144" y="216"/>
                      <a:pt x="138" y="216"/>
                      <a:pt x="133" y="220"/>
                    </a:cubicBezTo>
                    <a:cubicBezTo>
                      <a:pt x="127" y="223"/>
                      <a:pt x="123" y="227"/>
                      <a:pt x="120" y="232"/>
                    </a:cubicBezTo>
                    <a:cubicBezTo>
                      <a:pt x="117" y="237"/>
                      <a:pt x="115" y="244"/>
                      <a:pt x="115" y="250"/>
                    </a:cubicBezTo>
                    <a:cubicBezTo>
                      <a:pt x="115" y="257"/>
                      <a:pt x="117" y="262"/>
                      <a:pt x="120" y="267"/>
                    </a:cubicBezTo>
                    <a:cubicBezTo>
                      <a:pt x="121" y="270"/>
                      <a:pt x="123" y="272"/>
                      <a:pt x="125" y="274"/>
                    </a:cubicBezTo>
                    <a:lnTo>
                      <a:pt x="245" y="395"/>
                    </a:lnTo>
                    <a:cubicBezTo>
                      <a:pt x="248" y="397"/>
                      <a:pt x="249" y="399"/>
                      <a:pt x="251" y="401"/>
                    </a:cubicBezTo>
                    <a:cubicBezTo>
                      <a:pt x="253" y="405"/>
                      <a:pt x="254" y="410"/>
                      <a:pt x="254" y="414"/>
                    </a:cubicBezTo>
                    <a:cubicBezTo>
                      <a:pt x="254" y="419"/>
                      <a:pt x="253" y="424"/>
                      <a:pt x="251" y="428"/>
                    </a:cubicBezTo>
                    <a:cubicBezTo>
                      <a:pt x="249" y="430"/>
                      <a:pt x="248" y="432"/>
                      <a:pt x="245" y="434"/>
                    </a:cubicBezTo>
                    <a:cubicBezTo>
                      <a:pt x="244" y="436"/>
                      <a:pt x="242" y="438"/>
                      <a:pt x="240" y="439"/>
                    </a:cubicBezTo>
                    <a:cubicBezTo>
                      <a:pt x="236" y="441"/>
                      <a:pt x="231" y="442"/>
                      <a:pt x="226" y="442"/>
                    </a:cubicBezTo>
                    <a:lnTo>
                      <a:pt x="226" y="442"/>
                    </a:lnTo>
                    <a:lnTo>
                      <a:pt x="226" y="442"/>
                    </a:lnTo>
                    <a:cubicBezTo>
                      <a:pt x="221" y="442"/>
                      <a:pt x="216" y="441"/>
                      <a:pt x="212" y="439"/>
                    </a:cubicBezTo>
                    <a:cubicBezTo>
                      <a:pt x="210" y="437"/>
                      <a:pt x="208" y="436"/>
                      <a:pt x="206" y="434"/>
                    </a:cubicBezTo>
                    <a:lnTo>
                      <a:pt x="88" y="315"/>
                    </a:lnTo>
                    <a:cubicBezTo>
                      <a:pt x="82" y="309"/>
                      <a:pt x="78" y="303"/>
                      <a:pt x="74" y="296"/>
                    </a:cubicBezTo>
                    <a:cubicBezTo>
                      <a:pt x="66" y="282"/>
                      <a:pt x="61" y="266"/>
                      <a:pt x="61" y="250"/>
                    </a:cubicBezTo>
                    <a:cubicBezTo>
                      <a:pt x="61" y="234"/>
                      <a:pt x="66" y="220"/>
                      <a:pt x="74" y="206"/>
                    </a:cubicBezTo>
                    <a:cubicBezTo>
                      <a:pt x="78" y="199"/>
                      <a:pt x="82" y="193"/>
                      <a:pt x="88" y="187"/>
                    </a:cubicBezTo>
                    <a:cubicBezTo>
                      <a:pt x="93" y="182"/>
                      <a:pt x="99" y="177"/>
                      <a:pt x="106" y="173"/>
                    </a:cubicBezTo>
                    <a:cubicBezTo>
                      <a:pt x="109" y="171"/>
                      <a:pt x="112" y="170"/>
                      <a:pt x="115" y="169"/>
                    </a:cubicBezTo>
                    <a:lnTo>
                      <a:pt x="115" y="57"/>
                    </a:lnTo>
                    <a:cubicBezTo>
                      <a:pt x="115" y="47"/>
                      <a:pt x="112" y="37"/>
                      <a:pt x="107" y="29"/>
                    </a:cubicBezTo>
                    <a:cubicBezTo>
                      <a:pt x="102" y="20"/>
                      <a:pt x="95" y="13"/>
                      <a:pt x="86" y="8"/>
                    </a:cubicBezTo>
                    <a:cubicBezTo>
                      <a:pt x="77" y="3"/>
                      <a:pt x="67" y="0"/>
                      <a:pt x="57" y="0"/>
                    </a:cubicBezTo>
                    <a:cubicBezTo>
                      <a:pt x="47" y="0"/>
                      <a:pt x="37" y="3"/>
                      <a:pt x="29" y="8"/>
                    </a:cubicBezTo>
                    <a:cubicBezTo>
                      <a:pt x="20" y="13"/>
                      <a:pt x="13" y="20"/>
                      <a:pt x="8" y="29"/>
                    </a:cubicBezTo>
                    <a:cubicBezTo>
                      <a:pt x="3" y="37"/>
                      <a:pt x="0" y="47"/>
                      <a:pt x="0" y="57"/>
                    </a:cubicBezTo>
                    <a:lnTo>
                      <a:pt x="0" y="364"/>
                    </a:lnTo>
                    <a:lnTo>
                      <a:pt x="0" y="365"/>
                    </a:lnTo>
                    <a:cubicBezTo>
                      <a:pt x="0" y="381"/>
                      <a:pt x="5" y="397"/>
                      <a:pt x="13" y="411"/>
                    </a:cubicBezTo>
                    <a:cubicBezTo>
                      <a:pt x="17" y="418"/>
                      <a:pt x="21" y="424"/>
                      <a:pt x="27" y="430"/>
                    </a:cubicBezTo>
                    <a:lnTo>
                      <a:pt x="213" y="616"/>
                    </a:lnTo>
                    <a:lnTo>
                      <a:pt x="213" y="679"/>
                    </a:lnTo>
                    <a:cubicBezTo>
                      <a:pt x="213" y="682"/>
                      <a:pt x="214" y="685"/>
                      <a:pt x="216" y="688"/>
                    </a:cubicBezTo>
                    <a:cubicBezTo>
                      <a:pt x="217" y="691"/>
                      <a:pt x="219" y="693"/>
                      <a:pt x="222" y="695"/>
                    </a:cubicBezTo>
                    <a:cubicBezTo>
                      <a:pt x="224" y="697"/>
                      <a:pt x="228" y="697"/>
                      <a:pt x="232" y="697"/>
                    </a:cubicBezTo>
                    <a:lnTo>
                      <a:pt x="429" y="697"/>
                    </a:lnTo>
                    <a:cubicBezTo>
                      <a:pt x="432" y="697"/>
                      <a:pt x="435" y="696"/>
                      <a:pt x="437" y="695"/>
                    </a:cubicBezTo>
                    <a:cubicBezTo>
                      <a:pt x="440" y="693"/>
                      <a:pt x="442" y="691"/>
                      <a:pt x="444" y="688"/>
                    </a:cubicBezTo>
                    <a:cubicBezTo>
                      <a:pt x="446" y="685"/>
                      <a:pt x="447" y="682"/>
                      <a:pt x="447" y="679"/>
                    </a:cubicBezTo>
                    <a:lnTo>
                      <a:pt x="447" y="679"/>
                    </a:lnTo>
                    <a:lnTo>
                      <a:pt x="447" y="45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25" name="Google Shape;726;p50">
              <a:extLst>
                <a:ext uri="{FF2B5EF4-FFF2-40B4-BE49-F238E27FC236}">
                  <a16:creationId xmlns:a16="http://schemas.microsoft.com/office/drawing/2014/main" id="{DEB4BB60-14D5-4B6F-9FEF-C6DC8F83B553}"/>
                </a:ext>
              </a:extLst>
            </p:cNvPr>
            <p:cNvGrpSpPr/>
            <p:nvPr/>
          </p:nvGrpSpPr>
          <p:grpSpPr>
            <a:xfrm>
              <a:off x="1527936" y="1933584"/>
              <a:ext cx="378111" cy="376923"/>
              <a:chOff x="4495680" y="1564200"/>
              <a:chExt cx="343800" cy="342720"/>
            </a:xfrm>
          </p:grpSpPr>
          <p:sp>
            <p:nvSpPr>
              <p:cNvPr id="26" name="Google Shape;727;p50">
                <a:extLst>
                  <a:ext uri="{FF2B5EF4-FFF2-40B4-BE49-F238E27FC236}">
                    <a16:creationId xmlns:a16="http://schemas.microsoft.com/office/drawing/2014/main" id="{3BF43E32-C25E-4FE3-992D-494BF3FA009D}"/>
                  </a:ext>
                </a:extLst>
              </p:cNvPr>
              <p:cNvSpPr/>
              <p:nvPr/>
            </p:nvSpPr>
            <p:spPr>
              <a:xfrm>
                <a:off x="4495680" y="1656720"/>
                <a:ext cx="87120" cy="98640"/>
              </a:xfrm>
              <a:custGeom>
                <a:avLst/>
                <a:gdLst/>
                <a:ahLst/>
                <a:cxnLst/>
                <a:rect l="l" t="t" r="r" b="b"/>
                <a:pathLst>
                  <a:path w="242" h="274" extrusionOk="0">
                    <a:moveTo>
                      <a:pt x="159" y="7"/>
                    </a:moveTo>
                    <a:cubicBezTo>
                      <a:pt x="148" y="7"/>
                      <a:pt x="138" y="11"/>
                      <a:pt x="128" y="16"/>
                    </a:cubicBezTo>
                    <a:cubicBezTo>
                      <a:pt x="118" y="22"/>
                      <a:pt x="110" y="30"/>
                      <a:pt x="103" y="40"/>
                    </a:cubicBezTo>
                    <a:lnTo>
                      <a:pt x="8" y="184"/>
                    </a:lnTo>
                    <a:cubicBezTo>
                      <a:pt x="7" y="184"/>
                      <a:pt x="7" y="185"/>
                      <a:pt x="6" y="186"/>
                    </a:cubicBezTo>
                    <a:cubicBezTo>
                      <a:pt x="2" y="194"/>
                      <a:pt x="0" y="203"/>
                      <a:pt x="0" y="211"/>
                    </a:cubicBezTo>
                    <a:cubicBezTo>
                      <a:pt x="0" y="219"/>
                      <a:pt x="1" y="226"/>
                      <a:pt x="4" y="232"/>
                    </a:cubicBezTo>
                    <a:cubicBezTo>
                      <a:pt x="5" y="234"/>
                      <a:pt x="6" y="236"/>
                      <a:pt x="7" y="238"/>
                    </a:cubicBezTo>
                    <a:cubicBezTo>
                      <a:pt x="11" y="245"/>
                      <a:pt x="17" y="252"/>
                      <a:pt x="25" y="256"/>
                    </a:cubicBezTo>
                    <a:cubicBezTo>
                      <a:pt x="30" y="259"/>
                      <a:pt x="36" y="261"/>
                      <a:pt x="43" y="262"/>
                    </a:cubicBezTo>
                    <a:lnTo>
                      <a:pt x="118" y="274"/>
                    </a:lnTo>
                    <a:cubicBezTo>
                      <a:pt x="133" y="202"/>
                      <a:pt x="159" y="133"/>
                      <a:pt x="196" y="70"/>
                    </a:cubicBezTo>
                    <a:cubicBezTo>
                      <a:pt x="210" y="46"/>
                      <a:pt x="225" y="23"/>
                      <a:pt x="242" y="0"/>
                    </a:cubicBezTo>
                    <a:lnTo>
                      <a:pt x="159" y="7"/>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728;p50">
                <a:extLst>
                  <a:ext uri="{FF2B5EF4-FFF2-40B4-BE49-F238E27FC236}">
                    <a16:creationId xmlns:a16="http://schemas.microsoft.com/office/drawing/2014/main" id="{7FF17817-25E9-453B-A596-A9841480E8EC}"/>
                  </a:ext>
                </a:extLst>
              </p:cNvPr>
              <p:cNvSpPr/>
              <p:nvPr/>
            </p:nvSpPr>
            <p:spPr>
              <a:xfrm>
                <a:off x="4647240" y="1819800"/>
                <a:ext cx="98640" cy="87120"/>
              </a:xfrm>
              <a:custGeom>
                <a:avLst/>
                <a:gdLst/>
                <a:ahLst/>
                <a:cxnLst/>
                <a:rect l="l" t="t" r="r" b="b"/>
                <a:pathLst>
                  <a:path w="274" h="242" extrusionOk="0">
                    <a:moveTo>
                      <a:pt x="235" y="138"/>
                    </a:moveTo>
                    <a:cubicBezTo>
                      <a:pt x="245" y="131"/>
                      <a:pt x="252" y="123"/>
                      <a:pt x="258" y="114"/>
                    </a:cubicBezTo>
                    <a:cubicBezTo>
                      <a:pt x="263" y="104"/>
                      <a:pt x="267" y="94"/>
                      <a:pt x="267" y="83"/>
                    </a:cubicBezTo>
                    <a:lnTo>
                      <a:pt x="274" y="0"/>
                    </a:lnTo>
                    <a:cubicBezTo>
                      <a:pt x="251" y="17"/>
                      <a:pt x="228" y="32"/>
                      <a:pt x="204" y="46"/>
                    </a:cubicBezTo>
                    <a:cubicBezTo>
                      <a:pt x="141" y="83"/>
                      <a:pt x="72" y="109"/>
                      <a:pt x="0" y="124"/>
                    </a:cubicBezTo>
                    <a:lnTo>
                      <a:pt x="12" y="199"/>
                    </a:lnTo>
                    <a:cubicBezTo>
                      <a:pt x="13" y="206"/>
                      <a:pt x="15" y="211"/>
                      <a:pt x="18" y="217"/>
                    </a:cubicBezTo>
                    <a:cubicBezTo>
                      <a:pt x="22" y="225"/>
                      <a:pt x="29" y="231"/>
                      <a:pt x="36" y="235"/>
                    </a:cubicBezTo>
                    <a:cubicBezTo>
                      <a:pt x="38" y="236"/>
                      <a:pt x="40" y="237"/>
                      <a:pt x="42" y="238"/>
                    </a:cubicBezTo>
                    <a:cubicBezTo>
                      <a:pt x="48" y="241"/>
                      <a:pt x="55" y="242"/>
                      <a:pt x="62" y="242"/>
                    </a:cubicBezTo>
                    <a:lnTo>
                      <a:pt x="62" y="242"/>
                    </a:lnTo>
                    <a:cubicBezTo>
                      <a:pt x="71" y="242"/>
                      <a:pt x="80" y="240"/>
                      <a:pt x="88" y="236"/>
                    </a:cubicBezTo>
                    <a:cubicBezTo>
                      <a:pt x="89" y="235"/>
                      <a:pt x="90" y="235"/>
                      <a:pt x="90" y="234"/>
                    </a:cubicBezTo>
                    <a:lnTo>
                      <a:pt x="235" y="138"/>
                    </a:lnTo>
                    <a:close/>
                  </a:path>
                </a:pathLst>
              </a:custGeom>
              <a:solidFill>
                <a:schemeClr val="dk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729;p50">
                <a:extLst>
                  <a:ext uri="{FF2B5EF4-FFF2-40B4-BE49-F238E27FC236}">
                    <a16:creationId xmlns:a16="http://schemas.microsoft.com/office/drawing/2014/main" id="{2996DF61-F884-430B-BAE7-08440DC8CA13}"/>
                  </a:ext>
                </a:extLst>
              </p:cNvPr>
              <p:cNvSpPr/>
              <p:nvPr/>
            </p:nvSpPr>
            <p:spPr>
              <a:xfrm>
                <a:off x="4557600" y="1721520"/>
                <a:ext cx="123480" cy="123480"/>
              </a:xfrm>
              <a:custGeom>
                <a:avLst/>
                <a:gdLst/>
                <a:ahLst/>
                <a:cxnLst/>
                <a:rect l="l" t="t" r="r" b="b"/>
                <a:pathLst>
                  <a:path w="343" h="343" extrusionOk="0">
                    <a:moveTo>
                      <a:pt x="33" y="0"/>
                    </a:moveTo>
                    <a:cubicBezTo>
                      <a:pt x="18" y="36"/>
                      <a:pt x="7" y="74"/>
                      <a:pt x="0" y="113"/>
                    </a:cubicBezTo>
                    <a:cubicBezTo>
                      <a:pt x="0" y="116"/>
                      <a:pt x="0" y="118"/>
                      <a:pt x="0" y="121"/>
                    </a:cubicBezTo>
                    <a:cubicBezTo>
                      <a:pt x="0" y="130"/>
                      <a:pt x="2" y="138"/>
                      <a:pt x="6" y="146"/>
                    </a:cubicBezTo>
                    <a:cubicBezTo>
                      <a:pt x="8" y="149"/>
                      <a:pt x="11" y="153"/>
                      <a:pt x="14" y="156"/>
                    </a:cubicBezTo>
                    <a:lnTo>
                      <a:pt x="187" y="329"/>
                    </a:lnTo>
                    <a:cubicBezTo>
                      <a:pt x="190" y="332"/>
                      <a:pt x="194" y="335"/>
                      <a:pt x="197" y="337"/>
                    </a:cubicBezTo>
                    <a:cubicBezTo>
                      <a:pt x="205" y="341"/>
                      <a:pt x="213" y="343"/>
                      <a:pt x="222" y="343"/>
                    </a:cubicBezTo>
                    <a:lnTo>
                      <a:pt x="230" y="343"/>
                    </a:lnTo>
                    <a:cubicBezTo>
                      <a:pt x="269" y="337"/>
                      <a:pt x="307" y="326"/>
                      <a:pt x="343" y="311"/>
                    </a:cubicBezTo>
                    <a:lnTo>
                      <a:pt x="3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9" name="Google Shape;730;p50">
                <a:extLst>
                  <a:ext uri="{FF2B5EF4-FFF2-40B4-BE49-F238E27FC236}">
                    <a16:creationId xmlns:a16="http://schemas.microsoft.com/office/drawing/2014/main" id="{4442530E-6304-4694-8191-8E9A262A7F9B}"/>
                  </a:ext>
                </a:extLst>
              </p:cNvPr>
              <p:cNvSpPr/>
              <p:nvPr/>
            </p:nvSpPr>
            <p:spPr>
              <a:xfrm>
                <a:off x="4578120" y="1564200"/>
                <a:ext cx="261360" cy="260280"/>
              </a:xfrm>
              <a:custGeom>
                <a:avLst/>
                <a:gdLst/>
                <a:ahLst/>
                <a:cxnLst/>
                <a:rect l="l" t="t" r="r" b="b"/>
                <a:pathLst>
                  <a:path w="726" h="723" extrusionOk="0">
                    <a:moveTo>
                      <a:pt x="0" y="383"/>
                    </a:moveTo>
                    <a:cubicBezTo>
                      <a:pt x="1" y="384"/>
                      <a:pt x="2" y="384"/>
                      <a:pt x="3" y="385"/>
                    </a:cubicBezTo>
                    <a:lnTo>
                      <a:pt x="338" y="720"/>
                    </a:lnTo>
                    <a:cubicBezTo>
                      <a:pt x="339" y="721"/>
                      <a:pt x="339" y="722"/>
                      <a:pt x="340" y="723"/>
                    </a:cubicBezTo>
                    <a:lnTo>
                      <a:pt x="340" y="723"/>
                    </a:lnTo>
                    <a:cubicBezTo>
                      <a:pt x="354" y="716"/>
                      <a:pt x="368" y="708"/>
                      <a:pt x="382" y="700"/>
                    </a:cubicBezTo>
                    <a:cubicBezTo>
                      <a:pt x="487" y="640"/>
                      <a:pt x="573" y="553"/>
                      <a:pt x="634" y="448"/>
                    </a:cubicBezTo>
                    <a:cubicBezTo>
                      <a:pt x="694" y="343"/>
                      <a:pt x="726" y="225"/>
                      <a:pt x="726" y="104"/>
                    </a:cubicBezTo>
                    <a:cubicBezTo>
                      <a:pt x="726" y="85"/>
                      <a:pt x="726" y="65"/>
                      <a:pt x="724" y="46"/>
                    </a:cubicBezTo>
                    <a:cubicBezTo>
                      <a:pt x="724" y="39"/>
                      <a:pt x="721" y="31"/>
                      <a:pt x="718" y="25"/>
                    </a:cubicBezTo>
                    <a:cubicBezTo>
                      <a:pt x="713" y="17"/>
                      <a:pt x="707" y="11"/>
                      <a:pt x="700" y="7"/>
                    </a:cubicBezTo>
                    <a:cubicBezTo>
                      <a:pt x="693" y="3"/>
                      <a:pt x="685" y="0"/>
                      <a:pt x="678" y="0"/>
                    </a:cubicBezTo>
                    <a:lnTo>
                      <a:pt x="636" y="0"/>
                    </a:lnTo>
                    <a:cubicBezTo>
                      <a:pt x="632" y="0"/>
                      <a:pt x="629" y="0"/>
                      <a:pt x="625" y="0"/>
                    </a:cubicBezTo>
                    <a:cubicBezTo>
                      <a:pt x="513" y="0"/>
                      <a:pt x="402" y="26"/>
                      <a:pt x="301" y="75"/>
                    </a:cubicBezTo>
                    <a:cubicBezTo>
                      <a:pt x="298" y="77"/>
                      <a:pt x="295" y="78"/>
                      <a:pt x="292" y="80"/>
                    </a:cubicBezTo>
                    <a:cubicBezTo>
                      <a:pt x="177" y="147"/>
                      <a:pt x="81" y="242"/>
                      <a:pt x="14" y="357"/>
                    </a:cubicBezTo>
                    <a:cubicBezTo>
                      <a:pt x="9" y="366"/>
                      <a:pt x="5" y="374"/>
                      <a:pt x="0" y="383"/>
                    </a:cubicBezTo>
                    <a:moveTo>
                      <a:pt x="523" y="200"/>
                    </a:moveTo>
                    <a:cubicBezTo>
                      <a:pt x="531" y="209"/>
                      <a:pt x="539" y="219"/>
                      <a:pt x="545" y="229"/>
                    </a:cubicBezTo>
                    <a:cubicBezTo>
                      <a:pt x="557" y="250"/>
                      <a:pt x="563" y="274"/>
                      <a:pt x="563" y="299"/>
                    </a:cubicBezTo>
                    <a:cubicBezTo>
                      <a:pt x="563" y="323"/>
                      <a:pt x="557" y="347"/>
                      <a:pt x="545" y="369"/>
                    </a:cubicBezTo>
                    <a:cubicBezTo>
                      <a:pt x="533" y="390"/>
                      <a:pt x="515" y="407"/>
                      <a:pt x="494" y="420"/>
                    </a:cubicBezTo>
                    <a:cubicBezTo>
                      <a:pt x="473" y="432"/>
                      <a:pt x="448" y="438"/>
                      <a:pt x="424" y="438"/>
                    </a:cubicBezTo>
                    <a:cubicBezTo>
                      <a:pt x="400" y="438"/>
                      <a:pt x="375" y="432"/>
                      <a:pt x="354" y="420"/>
                    </a:cubicBezTo>
                    <a:cubicBezTo>
                      <a:pt x="333" y="407"/>
                      <a:pt x="315" y="390"/>
                      <a:pt x="303" y="369"/>
                    </a:cubicBezTo>
                    <a:cubicBezTo>
                      <a:pt x="291" y="347"/>
                      <a:pt x="285" y="323"/>
                      <a:pt x="285" y="299"/>
                    </a:cubicBezTo>
                    <a:cubicBezTo>
                      <a:pt x="285" y="274"/>
                      <a:pt x="291" y="250"/>
                      <a:pt x="303" y="229"/>
                    </a:cubicBezTo>
                    <a:cubicBezTo>
                      <a:pt x="309" y="219"/>
                      <a:pt x="317" y="209"/>
                      <a:pt x="325" y="200"/>
                    </a:cubicBezTo>
                    <a:cubicBezTo>
                      <a:pt x="334" y="191"/>
                      <a:pt x="344" y="184"/>
                      <a:pt x="355" y="177"/>
                    </a:cubicBezTo>
                    <a:cubicBezTo>
                      <a:pt x="376" y="165"/>
                      <a:pt x="400" y="159"/>
                      <a:pt x="424" y="159"/>
                    </a:cubicBezTo>
                    <a:cubicBezTo>
                      <a:pt x="448" y="159"/>
                      <a:pt x="472" y="165"/>
                      <a:pt x="493" y="177"/>
                    </a:cubicBezTo>
                    <a:cubicBezTo>
                      <a:pt x="504" y="184"/>
                      <a:pt x="514" y="191"/>
                      <a:pt x="523" y="20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731;p50">
                <a:extLst>
                  <a:ext uri="{FF2B5EF4-FFF2-40B4-BE49-F238E27FC236}">
                    <a16:creationId xmlns:a16="http://schemas.microsoft.com/office/drawing/2014/main" id="{3C21E9FA-B48A-4457-B562-6954756F70C9}"/>
                  </a:ext>
                </a:extLst>
              </p:cNvPr>
              <p:cNvSpPr/>
              <p:nvPr/>
            </p:nvSpPr>
            <p:spPr>
              <a:xfrm>
                <a:off x="4700520" y="1641600"/>
                <a:ext cx="60480" cy="60480"/>
              </a:xfrm>
              <a:custGeom>
                <a:avLst/>
                <a:gdLst/>
                <a:ahLst/>
                <a:cxnLst/>
                <a:rect l="l" t="t" r="r" b="b"/>
                <a:pathLst>
                  <a:path w="168" h="168" extrusionOk="0">
                    <a:moveTo>
                      <a:pt x="156" y="126"/>
                    </a:moveTo>
                    <a:cubicBezTo>
                      <a:pt x="164" y="113"/>
                      <a:pt x="168" y="99"/>
                      <a:pt x="168" y="84"/>
                    </a:cubicBezTo>
                    <a:cubicBezTo>
                      <a:pt x="168" y="69"/>
                      <a:pt x="164" y="55"/>
                      <a:pt x="156" y="42"/>
                    </a:cubicBezTo>
                    <a:cubicBezTo>
                      <a:pt x="153" y="36"/>
                      <a:pt x="148" y="30"/>
                      <a:pt x="143" y="25"/>
                    </a:cubicBezTo>
                    <a:cubicBezTo>
                      <a:pt x="138" y="20"/>
                      <a:pt x="132" y="15"/>
                      <a:pt x="126" y="11"/>
                    </a:cubicBezTo>
                    <a:cubicBezTo>
                      <a:pt x="113" y="4"/>
                      <a:pt x="99" y="0"/>
                      <a:pt x="84" y="0"/>
                    </a:cubicBezTo>
                    <a:cubicBezTo>
                      <a:pt x="69" y="0"/>
                      <a:pt x="55" y="3"/>
                      <a:pt x="42" y="11"/>
                    </a:cubicBezTo>
                    <a:cubicBezTo>
                      <a:pt x="29" y="18"/>
                      <a:pt x="18" y="29"/>
                      <a:pt x="11" y="42"/>
                    </a:cubicBezTo>
                    <a:cubicBezTo>
                      <a:pt x="3" y="55"/>
                      <a:pt x="0" y="69"/>
                      <a:pt x="0" y="84"/>
                    </a:cubicBezTo>
                    <a:cubicBezTo>
                      <a:pt x="0" y="99"/>
                      <a:pt x="3" y="113"/>
                      <a:pt x="11" y="126"/>
                    </a:cubicBezTo>
                    <a:cubicBezTo>
                      <a:pt x="18" y="139"/>
                      <a:pt x="29" y="149"/>
                      <a:pt x="42" y="157"/>
                    </a:cubicBezTo>
                    <a:cubicBezTo>
                      <a:pt x="55" y="164"/>
                      <a:pt x="69" y="168"/>
                      <a:pt x="84" y="168"/>
                    </a:cubicBezTo>
                    <a:cubicBezTo>
                      <a:pt x="99" y="168"/>
                      <a:pt x="113" y="164"/>
                      <a:pt x="126" y="157"/>
                    </a:cubicBezTo>
                    <a:cubicBezTo>
                      <a:pt x="132" y="153"/>
                      <a:pt x="138" y="148"/>
                      <a:pt x="143" y="143"/>
                    </a:cubicBezTo>
                    <a:cubicBezTo>
                      <a:pt x="148" y="138"/>
                      <a:pt x="153" y="132"/>
                      <a:pt x="156" y="126"/>
                    </a:cubicBezTo>
                    <a:close/>
                  </a:path>
                </a:pathLst>
              </a:custGeom>
              <a:solidFill>
                <a:schemeClr val="dk1"/>
              </a:solidFill>
              <a:ln>
                <a:noFill/>
              </a:ln>
            </p:spPr>
            <p:txBody>
              <a:bodyPr spcFirstLastPara="1" wrap="square" lIns="90000" tIns="15475" rIns="90000" bIns="15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732;p50">
                <a:extLst>
                  <a:ext uri="{FF2B5EF4-FFF2-40B4-BE49-F238E27FC236}">
                    <a16:creationId xmlns:a16="http://schemas.microsoft.com/office/drawing/2014/main" id="{083A5B15-BBCE-47B7-9A91-E0453D5F2564}"/>
                  </a:ext>
                </a:extLst>
              </p:cNvPr>
              <p:cNvSpPr/>
              <p:nvPr/>
            </p:nvSpPr>
            <p:spPr>
              <a:xfrm>
                <a:off x="4496040" y="1793520"/>
                <a:ext cx="52920" cy="52920"/>
              </a:xfrm>
              <a:custGeom>
                <a:avLst/>
                <a:gdLst/>
                <a:ahLst/>
                <a:cxnLst/>
                <a:rect l="l" t="t" r="r" b="b"/>
                <a:pathLst>
                  <a:path w="147" h="147" extrusionOk="0">
                    <a:moveTo>
                      <a:pt x="99" y="8"/>
                    </a:move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lnTo>
                      <a:pt x="8" y="139"/>
                    </a:lnTo>
                    <a:cubicBezTo>
                      <a:pt x="10" y="140"/>
                      <a:pt x="12" y="142"/>
                      <a:pt x="14" y="143"/>
                    </a:cubicBezTo>
                    <a:cubicBezTo>
                      <a:pt x="18" y="146"/>
                      <a:pt x="23" y="147"/>
                      <a:pt x="28" y="147"/>
                    </a:cubicBezTo>
                    <a:lnTo>
                      <a:pt x="28" y="147"/>
                    </a:lnTo>
                    <a:cubicBezTo>
                      <a:pt x="33" y="147"/>
                      <a:pt x="37" y="146"/>
                      <a:pt x="42" y="143"/>
                    </a:cubicBezTo>
                    <a:cubicBezTo>
                      <a:pt x="43" y="142"/>
                      <a:pt x="46" y="140"/>
                      <a:pt x="48" y="139"/>
                    </a:cubicBezTo>
                    <a:lnTo>
                      <a:pt x="139" y="47"/>
                    </a:lnTo>
                    <a:lnTo>
                      <a:pt x="139" y="47"/>
                    </a:lnTo>
                    <a:cubicBezTo>
                      <a:pt x="141" y="46"/>
                      <a:pt x="141" y="44"/>
                      <a:pt x="143" y="42"/>
                    </a:cubicBezTo>
                    <a:cubicBezTo>
                      <a:pt x="145" y="37"/>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99" y="8"/>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733;p50">
                <a:extLst>
                  <a:ext uri="{FF2B5EF4-FFF2-40B4-BE49-F238E27FC236}">
                    <a16:creationId xmlns:a16="http://schemas.microsoft.com/office/drawing/2014/main" id="{5F64BC62-909A-4623-9B3E-314D9C407970}"/>
                  </a:ext>
                </a:extLst>
              </p:cNvPr>
              <p:cNvSpPr/>
              <p:nvPr/>
            </p:nvSpPr>
            <p:spPr>
              <a:xfrm>
                <a:off x="4496040" y="1823400"/>
                <a:ext cx="83160" cy="83160"/>
              </a:xfrm>
              <a:custGeom>
                <a:avLst/>
                <a:gdLst/>
                <a:ahLst/>
                <a:cxnLst/>
                <a:rect l="l" t="t" r="r" b="b"/>
                <a:pathLst>
                  <a:path w="231" h="231" extrusionOk="0">
                    <a:moveTo>
                      <a:pt x="28" y="231"/>
                    </a:moveTo>
                    <a:lnTo>
                      <a:pt x="28" y="231"/>
                    </a:lnTo>
                    <a:lnTo>
                      <a:pt x="28" y="231"/>
                    </a:lnTo>
                    <a:cubicBezTo>
                      <a:pt x="33" y="231"/>
                      <a:pt x="37" y="230"/>
                      <a:pt x="41" y="228"/>
                    </a:cubicBezTo>
                    <a:cubicBezTo>
                      <a:pt x="43" y="227"/>
                      <a:pt x="45" y="225"/>
                      <a:pt x="47" y="223"/>
                    </a:cubicBezTo>
                    <a:lnTo>
                      <a:pt x="222" y="48"/>
                    </a:lnTo>
                    <a:lnTo>
                      <a:pt x="222" y="48"/>
                    </a:lnTo>
                    <a:cubicBezTo>
                      <a:pt x="224" y="46"/>
                      <a:pt x="226" y="44"/>
                      <a:pt x="227" y="42"/>
                    </a:cubicBezTo>
                    <a:cubicBezTo>
                      <a:pt x="229" y="38"/>
                      <a:pt x="231" y="33"/>
                      <a:pt x="231" y="28"/>
                    </a:cubicBezTo>
                    <a:cubicBezTo>
                      <a:pt x="231" y="23"/>
                      <a:pt x="229" y="18"/>
                      <a:pt x="227" y="14"/>
                    </a:cubicBezTo>
                    <a:cubicBezTo>
                      <a:pt x="224" y="9"/>
                      <a:pt x="221" y="6"/>
                      <a:pt x="217" y="4"/>
                    </a:cubicBezTo>
                    <a:cubicBezTo>
                      <a:pt x="212" y="1"/>
                      <a:pt x="208" y="0"/>
                      <a:pt x="203" y="0"/>
                    </a:cubicBezTo>
                    <a:cubicBezTo>
                      <a:pt x="198" y="0"/>
                      <a:pt x="193" y="2"/>
                      <a:pt x="189" y="4"/>
                    </a:cubicBezTo>
                    <a:cubicBezTo>
                      <a:pt x="187" y="5"/>
                      <a:pt x="185" y="7"/>
                      <a:pt x="183" y="9"/>
                    </a:cubicBezTo>
                    <a:lnTo>
                      <a:pt x="8" y="184"/>
                    </a:lnTo>
                    <a:lnTo>
                      <a:pt x="8" y="184"/>
                    </a:lnTo>
                    <a:cubicBezTo>
                      <a:pt x="6" y="185"/>
                      <a:pt x="5" y="187"/>
                      <a:pt x="4" y="189"/>
                    </a:cubicBezTo>
                    <a:cubicBezTo>
                      <a:pt x="1" y="194"/>
                      <a:pt x="0" y="198"/>
                      <a:pt x="0" y="203"/>
                    </a:cubicBezTo>
                    <a:cubicBezTo>
                      <a:pt x="0" y="208"/>
                      <a:pt x="1" y="212"/>
                      <a:pt x="4" y="217"/>
                    </a:cubicBezTo>
                    <a:cubicBezTo>
                      <a:pt x="6" y="221"/>
                      <a:pt x="9" y="225"/>
                      <a:pt x="14" y="228"/>
                    </a:cubicBezTo>
                    <a:cubicBezTo>
                      <a:pt x="17" y="230"/>
                      <a:pt x="23" y="231"/>
                      <a:pt x="28" y="231"/>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3" name="Google Shape;734;p50">
                <a:extLst>
                  <a:ext uri="{FF2B5EF4-FFF2-40B4-BE49-F238E27FC236}">
                    <a16:creationId xmlns:a16="http://schemas.microsoft.com/office/drawing/2014/main" id="{5CECC509-B8EF-4D97-9274-83802A70B7DE}"/>
                  </a:ext>
                </a:extLst>
              </p:cNvPr>
              <p:cNvSpPr/>
              <p:nvPr/>
            </p:nvSpPr>
            <p:spPr>
              <a:xfrm>
                <a:off x="4556160" y="1853640"/>
                <a:ext cx="52920" cy="52920"/>
              </a:xfrm>
              <a:custGeom>
                <a:avLst/>
                <a:gdLst/>
                <a:ahLst/>
                <a:cxnLst/>
                <a:rect l="l" t="t" r="r" b="b"/>
                <a:pathLst>
                  <a:path w="147" h="147" extrusionOk="0">
                    <a:moveTo>
                      <a:pt x="8" y="139"/>
                    </a:moveTo>
                    <a:lnTo>
                      <a:pt x="8" y="139"/>
                    </a:lnTo>
                    <a:cubicBezTo>
                      <a:pt x="10" y="140"/>
                      <a:pt x="12" y="142"/>
                      <a:pt x="14" y="143"/>
                    </a:cubicBezTo>
                    <a:cubicBezTo>
                      <a:pt x="18" y="146"/>
                      <a:pt x="23" y="147"/>
                      <a:pt x="28" y="147"/>
                    </a:cubicBezTo>
                    <a:lnTo>
                      <a:pt x="28" y="147"/>
                    </a:lnTo>
                    <a:lnTo>
                      <a:pt x="28" y="147"/>
                    </a:lnTo>
                    <a:lnTo>
                      <a:pt x="29" y="147"/>
                    </a:lnTo>
                    <a:cubicBezTo>
                      <a:pt x="33" y="147"/>
                      <a:pt x="37" y="146"/>
                      <a:pt x="42" y="143"/>
                    </a:cubicBezTo>
                    <a:cubicBezTo>
                      <a:pt x="43" y="142"/>
                      <a:pt x="46" y="140"/>
                      <a:pt x="48" y="139"/>
                    </a:cubicBezTo>
                    <a:lnTo>
                      <a:pt x="139" y="48"/>
                    </a:lnTo>
                    <a:lnTo>
                      <a:pt x="139" y="48"/>
                    </a:lnTo>
                    <a:cubicBezTo>
                      <a:pt x="141" y="46"/>
                      <a:pt x="141" y="44"/>
                      <a:pt x="143" y="42"/>
                    </a:cubicBezTo>
                    <a:cubicBezTo>
                      <a:pt x="145" y="38"/>
                      <a:pt x="147" y="33"/>
                      <a:pt x="147" y="28"/>
                    </a:cubicBezTo>
                    <a:cubicBezTo>
                      <a:pt x="147" y="23"/>
                      <a:pt x="145" y="18"/>
                      <a:pt x="143" y="14"/>
                    </a:cubicBezTo>
                    <a:cubicBezTo>
                      <a:pt x="141" y="12"/>
                      <a:pt x="141" y="10"/>
                      <a:pt x="139" y="8"/>
                    </a:cubicBezTo>
                    <a:lnTo>
                      <a:pt x="139" y="8"/>
                    </a:lnTo>
                    <a:cubicBezTo>
                      <a:pt x="137" y="6"/>
                      <a:pt x="134" y="5"/>
                      <a:pt x="133" y="4"/>
                    </a:cubicBezTo>
                    <a:cubicBezTo>
                      <a:pt x="128" y="1"/>
                      <a:pt x="124" y="0"/>
                      <a:pt x="119" y="0"/>
                    </a:cubicBezTo>
                    <a:cubicBezTo>
                      <a:pt x="114" y="0"/>
                      <a:pt x="109" y="1"/>
                      <a:pt x="105" y="4"/>
                    </a:cubicBezTo>
                    <a:cubicBezTo>
                      <a:pt x="103" y="5"/>
                      <a:pt x="101" y="6"/>
                      <a:pt x="100" y="8"/>
                    </a:cubicBezTo>
                    <a:lnTo>
                      <a:pt x="8" y="99"/>
                    </a:lnTo>
                    <a:lnTo>
                      <a:pt x="8" y="99"/>
                    </a:lnTo>
                    <a:cubicBezTo>
                      <a:pt x="7" y="101"/>
                      <a:pt x="5" y="103"/>
                      <a:pt x="4" y="105"/>
                    </a:cubicBezTo>
                    <a:cubicBezTo>
                      <a:pt x="1" y="109"/>
                      <a:pt x="0" y="114"/>
                      <a:pt x="0" y="119"/>
                    </a:cubicBezTo>
                    <a:cubicBezTo>
                      <a:pt x="0" y="124"/>
                      <a:pt x="1" y="129"/>
                      <a:pt x="4" y="133"/>
                    </a:cubicBezTo>
                    <a:cubicBezTo>
                      <a:pt x="5" y="135"/>
                      <a:pt x="7" y="137"/>
                      <a:pt x="8" y="139"/>
                    </a:cubicBezTo>
                    <a:close/>
                  </a:path>
                </a:pathLst>
              </a:custGeom>
              <a:solidFill>
                <a:schemeClr val="dk1"/>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34" name="Google Shape;565;p50">
              <a:extLst>
                <a:ext uri="{FF2B5EF4-FFF2-40B4-BE49-F238E27FC236}">
                  <a16:creationId xmlns:a16="http://schemas.microsoft.com/office/drawing/2014/main" id="{8A9B9ED7-00DF-4509-8FEC-2514C0B0E311}"/>
                </a:ext>
              </a:extLst>
            </p:cNvPr>
            <p:cNvGrpSpPr/>
            <p:nvPr/>
          </p:nvGrpSpPr>
          <p:grpSpPr>
            <a:xfrm>
              <a:off x="1527936" y="3669750"/>
              <a:ext cx="281505" cy="376132"/>
              <a:chOff x="8238240" y="2658960"/>
              <a:chExt cx="255960" cy="342000"/>
            </a:xfrm>
          </p:grpSpPr>
          <p:sp>
            <p:nvSpPr>
              <p:cNvPr id="35" name="Google Shape;566;p50">
                <a:extLst>
                  <a:ext uri="{FF2B5EF4-FFF2-40B4-BE49-F238E27FC236}">
                    <a16:creationId xmlns:a16="http://schemas.microsoft.com/office/drawing/2014/main" id="{F0B1AB58-A197-4ADD-9A1E-2FA26ECD0B31}"/>
                  </a:ext>
                </a:extLst>
              </p:cNvPr>
              <p:cNvSpPr/>
              <p:nvPr/>
            </p:nvSpPr>
            <p:spPr>
              <a:xfrm>
                <a:off x="8238240" y="2658960"/>
                <a:ext cx="255960" cy="255600"/>
              </a:xfrm>
              <a:custGeom>
                <a:avLst/>
                <a:gdLst/>
                <a:ahLst/>
                <a:cxnLst/>
                <a:rect l="l" t="t" r="r" b="b"/>
                <a:pathLst>
                  <a:path w="711" h="710" extrusionOk="0">
                    <a:moveTo>
                      <a:pt x="356" y="0"/>
                    </a:moveTo>
                    <a:cubicBezTo>
                      <a:pt x="294" y="0"/>
                      <a:pt x="232" y="17"/>
                      <a:pt x="178" y="48"/>
                    </a:cubicBezTo>
                    <a:cubicBezTo>
                      <a:pt x="124" y="79"/>
                      <a:pt x="79" y="124"/>
                      <a:pt x="48" y="178"/>
                    </a:cubicBezTo>
                    <a:cubicBezTo>
                      <a:pt x="17" y="232"/>
                      <a:pt x="0" y="293"/>
                      <a:pt x="0" y="356"/>
                    </a:cubicBezTo>
                    <a:cubicBezTo>
                      <a:pt x="0" y="418"/>
                      <a:pt x="17" y="479"/>
                      <a:pt x="48" y="533"/>
                    </a:cubicBezTo>
                    <a:cubicBezTo>
                      <a:pt x="79" y="587"/>
                      <a:pt x="124" y="632"/>
                      <a:pt x="178" y="663"/>
                    </a:cubicBezTo>
                    <a:cubicBezTo>
                      <a:pt x="184" y="667"/>
                      <a:pt x="190" y="670"/>
                      <a:pt x="195" y="673"/>
                    </a:cubicBezTo>
                    <a:cubicBezTo>
                      <a:pt x="196" y="673"/>
                      <a:pt x="197" y="673"/>
                      <a:pt x="198" y="674"/>
                    </a:cubicBezTo>
                    <a:cubicBezTo>
                      <a:pt x="204" y="677"/>
                      <a:pt x="209" y="682"/>
                      <a:pt x="212" y="688"/>
                    </a:cubicBezTo>
                    <a:cubicBezTo>
                      <a:pt x="216" y="694"/>
                      <a:pt x="217" y="701"/>
                      <a:pt x="217" y="708"/>
                    </a:cubicBezTo>
                    <a:lnTo>
                      <a:pt x="217" y="710"/>
                    </a:lnTo>
                    <a:lnTo>
                      <a:pt x="494" y="710"/>
                    </a:lnTo>
                    <a:lnTo>
                      <a:pt x="494" y="708"/>
                    </a:lnTo>
                    <a:cubicBezTo>
                      <a:pt x="494" y="701"/>
                      <a:pt x="496" y="694"/>
                      <a:pt x="499" y="688"/>
                    </a:cubicBezTo>
                    <a:cubicBezTo>
                      <a:pt x="503" y="682"/>
                      <a:pt x="508" y="677"/>
                      <a:pt x="514" y="674"/>
                    </a:cubicBezTo>
                    <a:cubicBezTo>
                      <a:pt x="514" y="673"/>
                      <a:pt x="515" y="673"/>
                      <a:pt x="516" y="673"/>
                    </a:cubicBezTo>
                    <a:cubicBezTo>
                      <a:pt x="522" y="670"/>
                      <a:pt x="527" y="667"/>
                      <a:pt x="533" y="663"/>
                    </a:cubicBezTo>
                    <a:cubicBezTo>
                      <a:pt x="587" y="632"/>
                      <a:pt x="632" y="587"/>
                      <a:pt x="663" y="533"/>
                    </a:cubicBezTo>
                    <a:cubicBezTo>
                      <a:pt x="695" y="479"/>
                      <a:pt x="711" y="418"/>
                      <a:pt x="711" y="356"/>
                    </a:cubicBezTo>
                    <a:cubicBezTo>
                      <a:pt x="711" y="293"/>
                      <a:pt x="695" y="232"/>
                      <a:pt x="663" y="178"/>
                    </a:cubicBezTo>
                    <a:cubicBezTo>
                      <a:pt x="632" y="124"/>
                      <a:pt x="587" y="79"/>
                      <a:pt x="533" y="48"/>
                    </a:cubicBezTo>
                    <a:cubicBezTo>
                      <a:pt x="481" y="18"/>
                      <a:pt x="422" y="1"/>
                      <a:pt x="362" y="0"/>
                    </a:cubicBezTo>
                    <a:cubicBezTo>
                      <a:pt x="360" y="0"/>
                      <a:pt x="358" y="0"/>
                      <a:pt x="356" y="0"/>
                    </a:cubicBezTo>
                    <a:moveTo>
                      <a:pt x="494" y="290"/>
                    </a:moveTo>
                    <a:lnTo>
                      <a:pt x="309" y="475"/>
                    </a:lnTo>
                    <a:cubicBezTo>
                      <a:pt x="307" y="477"/>
                      <a:pt x="305" y="477"/>
                      <a:pt x="303" y="478"/>
                    </a:cubicBezTo>
                    <a:cubicBezTo>
                      <a:pt x="299" y="481"/>
                      <a:pt x="294" y="482"/>
                      <a:pt x="289" y="482"/>
                    </a:cubicBezTo>
                    <a:lnTo>
                      <a:pt x="289" y="482"/>
                    </a:lnTo>
                    <a:lnTo>
                      <a:pt x="288" y="482"/>
                    </a:lnTo>
                    <a:cubicBezTo>
                      <a:pt x="284" y="482"/>
                      <a:pt x="279" y="481"/>
                      <a:pt x="275" y="479"/>
                    </a:cubicBezTo>
                    <a:cubicBezTo>
                      <a:pt x="273" y="477"/>
                      <a:pt x="271" y="477"/>
                      <a:pt x="269" y="475"/>
                    </a:cubicBezTo>
                    <a:lnTo>
                      <a:pt x="209" y="415"/>
                    </a:lnTo>
                    <a:cubicBezTo>
                      <a:pt x="207" y="413"/>
                      <a:pt x="206" y="411"/>
                      <a:pt x="205" y="409"/>
                    </a:cubicBezTo>
                    <a:cubicBezTo>
                      <a:pt x="202" y="405"/>
                      <a:pt x="201" y="400"/>
                      <a:pt x="201" y="395"/>
                    </a:cubicBezTo>
                    <a:cubicBezTo>
                      <a:pt x="201" y="390"/>
                      <a:pt x="202" y="385"/>
                      <a:pt x="205" y="381"/>
                    </a:cubicBezTo>
                    <a:cubicBezTo>
                      <a:pt x="206" y="379"/>
                      <a:pt x="207" y="377"/>
                      <a:pt x="209" y="375"/>
                    </a:cubicBezTo>
                    <a:cubicBezTo>
                      <a:pt x="211" y="374"/>
                      <a:pt x="213" y="372"/>
                      <a:pt x="215" y="371"/>
                    </a:cubicBezTo>
                    <a:cubicBezTo>
                      <a:pt x="219" y="369"/>
                      <a:pt x="224" y="367"/>
                      <a:pt x="229" y="367"/>
                    </a:cubicBezTo>
                    <a:cubicBezTo>
                      <a:pt x="234" y="367"/>
                      <a:pt x="239" y="369"/>
                      <a:pt x="243" y="371"/>
                    </a:cubicBezTo>
                    <a:cubicBezTo>
                      <a:pt x="245" y="372"/>
                      <a:pt x="247" y="374"/>
                      <a:pt x="249" y="375"/>
                    </a:cubicBezTo>
                    <a:lnTo>
                      <a:pt x="289" y="416"/>
                    </a:lnTo>
                    <a:lnTo>
                      <a:pt x="455" y="250"/>
                    </a:lnTo>
                    <a:cubicBezTo>
                      <a:pt x="457" y="248"/>
                      <a:pt x="459" y="246"/>
                      <a:pt x="461" y="245"/>
                    </a:cubicBezTo>
                    <a:cubicBezTo>
                      <a:pt x="465" y="243"/>
                      <a:pt x="470" y="241"/>
                      <a:pt x="475" y="241"/>
                    </a:cubicBezTo>
                    <a:cubicBezTo>
                      <a:pt x="480" y="241"/>
                      <a:pt x="485" y="242"/>
                      <a:pt x="489" y="245"/>
                    </a:cubicBezTo>
                    <a:cubicBezTo>
                      <a:pt x="493" y="247"/>
                      <a:pt x="497" y="250"/>
                      <a:pt x="499" y="255"/>
                    </a:cubicBezTo>
                    <a:cubicBezTo>
                      <a:pt x="502" y="259"/>
                      <a:pt x="503" y="264"/>
                      <a:pt x="503" y="269"/>
                    </a:cubicBezTo>
                    <a:cubicBezTo>
                      <a:pt x="503" y="274"/>
                      <a:pt x="502" y="279"/>
                      <a:pt x="499" y="283"/>
                    </a:cubicBezTo>
                    <a:cubicBezTo>
                      <a:pt x="498" y="285"/>
                      <a:pt x="496" y="287"/>
                      <a:pt x="495" y="289"/>
                    </a:cubicBezTo>
                    <a:lnTo>
                      <a:pt x="494" y="29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6" name="Google Shape;567;p50">
                <a:extLst>
                  <a:ext uri="{FF2B5EF4-FFF2-40B4-BE49-F238E27FC236}">
                    <a16:creationId xmlns:a16="http://schemas.microsoft.com/office/drawing/2014/main" id="{19369B5C-BC61-4225-A62F-623A101DEB28}"/>
                  </a:ext>
                </a:extLst>
              </p:cNvPr>
              <p:cNvSpPr/>
              <p:nvPr/>
            </p:nvSpPr>
            <p:spPr>
              <a:xfrm>
                <a:off x="8316360" y="2934000"/>
                <a:ext cx="99720" cy="20160"/>
              </a:xfrm>
              <a:custGeom>
                <a:avLst/>
                <a:gdLst/>
                <a:ahLst/>
                <a:cxnLst/>
                <a:rect l="l" t="t" r="r" b="b"/>
                <a:pathLst>
                  <a:path w="277" h="56" extrusionOk="0">
                    <a:moveTo>
                      <a:pt x="0" y="0"/>
                    </a:moveTo>
                    <a:lnTo>
                      <a:pt x="277" y="0"/>
                    </a:lnTo>
                    <a:lnTo>
                      <a:pt x="277" y="56"/>
                    </a:lnTo>
                    <a:lnTo>
                      <a:pt x="0" y="56"/>
                    </a:ln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7" name="Google Shape;568;p50">
                <a:extLst>
                  <a:ext uri="{FF2B5EF4-FFF2-40B4-BE49-F238E27FC236}">
                    <a16:creationId xmlns:a16="http://schemas.microsoft.com/office/drawing/2014/main" id="{87824EDF-F5E2-47AB-BB1A-931E36D16F7C}"/>
                  </a:ext>
                </a:extLst>
              </p:cNvPr>
              <p:cNvSpPr/>
              <p:nvPr/>
            </p:nvSpPr>
            <p:spPr>
              <a:xfrm>
                <a:off x="8316360" y="2974320"/>
                <a:ext cx="99720" cy="26640"/>
              </a:xfrm>
              <a:custGeom>
                <a:avLst/>
                <a:gdLst/>
                <a:ahLst/>
                <a:cxnLst/>
                <a:rect l="l" t="t" r="r" b="b"/>
                <a:pathLst>
                  <a:path w="277" h="74" extrusionOk="0">
                    <a:moveTo>
                      <a:pt x="277" y="35"/>
                    </a:moveTo>
                    <a:lnTo>
                      <a:pt x="277" y="0"/>
                    </a:lnTo>
                    <a:lnTo>
                      <a:pt x="0" y="0"/>
                    </a:lnTo>
                    <a:lnTo>
                      <a:pt x="0" y="35"/>
                    </a:lnTo>
                    <a:lnTo>
                      <a:pt x="0" y="35"/>
                    </a:lnTo>
                    <a:lnTo>
                      <a:pt x="0" y="35"/>
                    </a:lnTo>
                    <a:cubicBezTo>
                      <a:pt x="0" y="42"/>
                      <a:pt x="3" y="49"/>
                      <a:pt x="6" y="55"/>
                    </a:cubicBezTo>
                    <a:cubicBezTo>
                      <a:pt x="10" y="61"/>
                      <a:pt x="14" y="66"/>
                      <a:pt x="20" y="69"/>
                    </a:cubicBezTo>
                    <a:cubicBezTo>
                      <a:pt x="26" y="73"/>
                      <a:pt x="33" y="74"/>
                      <a:pt x="40" y="74"/>
                    </a:cubicBezTo>
                    <a:lnTo>
                      <a:pt x="40" y="74"/>
                    </a:lnTo>
                    <a:lnTo>
                      <a:pt x="237" y="74"/>
                    </a:lnTo>
                    <a:lnTo>
                      <a:pt x="237" y="74"/>
                    </a:lnTo>
                    <a:lnTo>
                      <a:pt x="237" y="74"/>
                    </a:lnTo>
                    <a:cubicBezTo>
                      <a:pt x="244" y="74"/>
                      <a:pt x="251" y="73"/>
                      <a:pt x="257" y="69"/>
                    </a:cubicBezTo>
                    <a:cubicBezTo>
                      <a:pt x="263" y="66"/>
                      <a:pt x="269" y="61"/>
                      <a:pt x="272" y="55"/>
                    </a:cubicBezTo>
                    <a:cubicBezTo>
                      <a:pt x="276" y="49"/>
                      <a:pt x="277" y="42"/>
                      <a:pt x="277"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
        <p:nvSpPr>
          <p:cNvPr id="38" name="TextBox 37">
            <a:extLst>
              <a:ext uri="{FF2B5EF4-FFF2-40B4-BE49-F238E27FC236}">
                <a16:creationId xmlns:a16="http://schemas.microsoft.com/office/drawing/2014/main" id="{101CE868-C138-4049-9EA8-5C52E3DE1C6C}"/>
              </a:ext>
            </a:extLst>
          </p:cNvPr>
          <p:cNvSpPr txBox="1"/>
          <p:nvPr/>
        </p:nvSpPr>
        <p:spPr>
          <a:xfrm>
            <a:off x="3551722" y="2618076"/>
            <a:ext cx="5262774" cy="2246769"/>
          </a:xfrm>
          <a:prstGeom prst="rect">
            <a:avLst/>
          </a:prstGeom>
          <a:noFill/>
        </p:spPr>
        <p:txBody>
          <a:bodyPr wrap="square">
            <a:spAutoFit/>
          </a:bodyPr>
          <a:lstStyle/>
          <a:p>
            <a:pPr algn="r"/>
            <a:r>
              <a:rPr lang="en-ID" b="0" i="0">
                <a:solidFill>
                  <a:schemeClr val="tx1"/>
                </a:solidFill>
                <a:effectLst/>
                <a:latin typeface="Lato" panose="020F0502020204030203" pitchFamily="34" charset="0"/>
                <a:ea typeface="Lato" panose="020F0502020204030203" pitchFamily="34" charset="0"/>
                <a:cs typeface="Lato" panose="020F0502020204030203" pitchFamily="34" charset="0"/>
              </a:rPr>
              <a:t>Kutipan adalah pengambilan kalimat, pendapat, atau gagasan dari sumber lain untuk mendukung argumen dalam suatu tulisan ilmiah. Dalam melakukan pengutipan, penting untuk mencantumkan sumber secara jelas dan akurat sebagai bentuk penghargaan terhadap penulis asli serta untuk menghindari plagiarisme. Kutipan dapat dilakukan secara langsung maupun tidak langsung, dengan tetap menjaga keaslian isi, termasuk kesalahan ejaan jika ada. Oleh karena itu, pemahaman terhadap jenis, aturan, dan etika pengutipan sangat penting dalam penulisan karya ilmiah yang baik dan benar.</a:t>
            </a:r>
            <a:endParaRPr lang="en-ID">
              <a:solidFill>
                <a:schemeClr val="tx1"/>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444815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grpSp>
        <p:nvGrpSpPr>
          <p:cNvPr id="15" name="Group 14">
            <a:extLst>
              <a:ext uri="{FF2B5EF4-FFF2-40B4-BE49-F238E27FC236}">
                <a16:creationId xmlns:a16="http://schemas.microsoft.com/office/drawing/2014/main" id="{C80488BD-7F06-47FC-877F-26192A6CA93F}"/>
              </a:ext>
            </a:extLst>
          </p:cNvPr>
          <p:cNvGrpSpPr/>
          <p:nvPr/>
        </p:nvGrpSpPr>
        <p:grpSpPr>
          <a:xfrm>
            <a:off x="5345364" y="124715"/>
            <a:ext cx="3633112" cy="618237"/>
            <a:chOff x="5345364" y="124715"/>
            <a:chExt cx="3633112" cy="618237"/>
          </a:xfrm>
        </p:grpSpPr>
        <p:pic>
          <p:nvPicPr>
            <p:cNvPr id="16" name="Picture 2" descr="Politeknik Negeri Indramayu - Wikipedia bahasa Indonesia ...">
              <a:extLst>
                <a:ext uri="{FF2B5EF4-FFF2-40B4-BE49-F238E27FC236}">
                  <a16:creationId xmlns:a16="http://schemas.microsoft.com/office/drawing/2014/main" id="{1BA593CC-7047-4DE8-85B5-F3F7E9F69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568" y="124715"/>
              <a:ext cx="601908" cy="601908"/>
            </a:xfrm>
            <a:prstGeom prst="rect">
              <a:avLst/>
            </a:prstGeom>
            <a:noFill/>
            <a:extLst>
              <a:ext uri="{909E8E84-426E-40DD-AFC4-6F175D3DCCD1}">
                <a14:hiddenFill xmlns:a14="http://schemas.microsoft.com/office/drawing/2010/main">
                  <a:solidFill>
                    <a:srgbClr val="FFFFFF"/>
                  </a:solidFill>
                </a14:hiddenFill>
              </a:ext>
            </a:extLst>
          </p:spPr>
        </p:pic>
        <p:sp>
          <p:nvSpPr>
            <p:cNvPr id="17" name="Google Shape;154;p30">
              <a:extLst>
                <a:ext uri="{FF2B5EF4-FFF2-40B4-BE49-F238E27FC236}">
                  <a16:creationId xmlns:a16="http://schemas.microsoft.com/office/drawing/2014/main" id="{38B4711E-E1E6-4A25-B247-04DE9B48229F}"/>
                </a:ext>
              </a:extLst>
            </p:cNvPr>
            <p:cNvSpPr txBox="1">
              <a:spLocks/>
            </p:cNvSpPr>
            <p:nvPr/>
          </p:nvSpPr>
          <p:spPr>
            <a:xfrm>
              <a:off x="5345364" y="145352"/>
              <a:ext cx="3017011" cy="59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id-ID"/>
                <a:t>Politeknik Negeri Indramayu</a:t>
              </a:r>
            </a:p>
            <a:p>
              <a:pPr marL="0" indent="0"/>
              <a:r>
                <a:rPr lang="id-ID"/>
                <a:t>D3 Teknik Informatika</a:t>
              </a:r>
              <a:endParaRPr lang="it-IT"/>
            </a:p>
          </p:txBody>
        </p:sp>
      </p:grpSp>
      <p:grpSp>
        <p:nvGrpSpPr>
          <p:cNvPr id="12" name="Google Shape;1086;p57">
            <a:extLst>
              <a:ext uri="{FF2B5EF4-FFF2-40B4-BE49-F238E27FC236}">
                <a16:creationId xmlns:a16="http://schemas.microsoft.com/office/drawing/2014/main" id="{0026EE2C-4667-472D-9890-59E00D332784}"/>
              </a:ext>
            </a:extLst>
          </p:cNvPr>
          <p:cNvGrpSpPr/>
          <p:nvPr/>
        </p:nvGrpSpPr>
        <p:grpSpPr>
          <a:xfrm>
            <a:off x="-14781" y="591746"/>
            <a:ext cx="3094866" cy="499886"/>
            <a:chOff x="6336019" y="3733725"/>
            <a:chExt cx="2566206" cy="351310"/>
          </a:xfrm>
          <a:solidFill>
            <a:schemeClr val="accent3">
              <a:lumMod val="60000"/>
              <a:lumOff val="40000"/>
            </a:schemeClr>
          </a:solidFill>
          <a:effectLst>
            <a:outerShdw blurRad="50800" dist="38100" dir="5400000" algn="t" rotWithShape="0">
              <a:prstClr val="black">
                <a:alpha val="40000"/>
              </a:prstClr>
            </a:outerShdw>
          </a:effectLst>
        </p:grpSpPr>
        <p:sp>
          <p:nvSpPr>
            <p:cNvPr id="13" name="Google Shape;1087;p57">
              <a:extLst>
                <a:ext uri="{FF2B5EF4-FFF2-40B4-BE49-F238E27FC236}">
                  <a16:creationId xmlns:a16="http://schemas.microsoft.com/office/drawing/2014/main" id="{35AB5CD8-4A6A-4579-9942-722A89FEFB37}"/>
                </a:ext>
              </a:extLst>
            </p:cNvPr>
            <p:cNvSpPr/>
            <p:nvPr/>
          </p:nvSpPr>
          <p:spPr>
            <a:xfrm>
              <a:off x="6336019" y="3733735"/>
              <a:ext cx="1881300" cy="351300"/>
            </a:xfrm>
            <a:prstGeom prst="homePlate">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8;p57">
              <a:extLst>
                <a:ext uri="{FF2B5EF4-FFF2-40B4-BE49-F238E27FC236}">
                  <a16:creationId xmlns:a16="http://schemas.microsoft.com/office/drawing/2014/main" id="{65EE0A66-8959-48A1-8786-40B6D6966EB1}"/>
                </a:ext>
              </a:extLst>
            </p:cNvPr>
            <p:cNvSpPr/>
            <p:nvPr/>
          </p:nvSpPr>
          <p:spPr>
            <a:xfrm>
              <a:off x="80985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89;p57">
              <a:extLst>
                <a:ext uri="{FF2B5EF4-FFF2-40B4-BE49-F238E27FC236}">
                  <a16:creationId xmlns:a16="http://schemas.microsoft.com/office/drawing/2014/main" id="{A1935FC7-99E5-48C0-B543-EA2C85FE415D}"/>
                </a:ext>
              </a:extLst>
            </p:cNvPr>
            <p:cNvSpPr/>
            <p:nvPr/>
          </p:nvSpPr>
          <p:spPr>
            <a:xfrm>
              <a:off x="83271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90;p57">
              <a:extLst>
                <a:ext uri="{FF2B5EF4-FFF2-40B4-BE49-F238E27FC236}">
                  <a16:creationId xmlns:a16="http://schemas.microsoft.com/office/drawing/2014/main" id="{4FA73178-D5E6-401B-A6C6-BB935085505E}"/>
                </a:ext>
              </a:extLst>
            </p:cNvPr>
            <p:cNvSpPr/>
            <p:nvPr/>
          </p:nvSpPr>
          <p:spPr>
            <a:xfrm>
              <a:off x="8555725" y="3733725"/>
              <a:ext cx="346500" cy="351300"/>
            </a:xfrm>
            <a:prstGeom prst="chevron">
              <a:avLst>
                <a:gd name="adj" fmla="val 50000"/>
              </a:avLst>
            </a:pr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393;p47">
            <a:extLst>
              <a:ext uri="{FF2B5EF4-FFF2-40B4-BE49-F238E27FC236}">
                <a16:creationId xmlns:a16="http://schemas.microsoft.com/office/drawing/2014/main" id="{BFE7AD47-6AE6-4B46-B94B-24C4D613DF4F}"/>
              </a:ext>
            </a:extLst>
          </p:cNvPr>
          <p:cNvSpPr txBox="1">
            <a:spLocks noGrp="1"/>
          </p:cNvSpPr>
          <p:nvPr>
            <p:ph type="title"/>
          </p:nvPr>
        </p:nvSpPr>
        <p:spPr>
          <a:xfrm>
            <a:off x="87829" y="550351"/>
            <a:ext cx="1943102" cy="591019"/>
          </a:xfrm>
          <a:prstGeom prst="rect">
            <a:avLst/>
          </a:prstGeom>
          <a:effectLst>
            <a:outerShdw blurRad="50800" dist="38100" dir="5400000" algn="t" rotWithShape="0">
              <a:prstClr val="black">
                <a:alpha val="40000"/>
              </a:prst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id-ID" sz="2500"/>
              <a:t>Referensi</a:t>
            </a:r>
            <a:endParaRPr lang="en-ID" sz="2500"/>
          </a:p>
        </p:txBody>
      </p:sp>
      <p:sp>
        <p:nvSpPr>
          <p:cNvPr id="19" name="TextBox 18">
            <a:extLst>
              <a:ext uri="{FF2B5EF4-FFF2-40B4-BE49-F238E27FC236}">
                <a16:creationId xmlns:a16="http://schemas.microsoft.com/office/drawing/2014/main" id="{E36D1290-4040-4964-A052-D1AE25399547}"/>
              </a:ext>
            </a:extLst>
          </p:cNvPr>
          <p:cNvSpPr txBox="1"/>
          <p:nvPr/>
        </p:nvSpPr>
        <p:spPr>
          <a:xfrm>
            <a:off x="555171" y="1425146"/>
            <a:ext cx="8033656" cy="692497"/>
          </a:xfrm>
          <a:prstGeom prst="rect">
            <a:avLst/>
          </a:prstGeom>
          <a:noFill/>
        </p:spPr>
        <p:txBody>
          <a:bodyPr wrap="square">
            <a:spAutoFit/>
          </a:bodyPr>
          <a:lstStyle/>
          <a:p>
            <a:pPr algn="l" fontAlgn="base"/>
            <a:r>
              <a:rPr lang="id-ID" sz="1300" b="0" i="0">
                <a:solidFill>
                  <a:schemeClr val="tx1"/>
                </a:solidFill>
                <a:effectLst/>
                <a:latin typeface="Lato" panose="020F0502020204030203" pitchFamily="34" charset="0"/>
                <a:ea typeface="Lato" panose="020F0502020204030203" pitchFamily="34" charset="0"/>
                <a:cs typeface="Lato" panose="020F0502020204030203" pitchFamily="34" charset="0"/>
              </a:rPr>
              <a:t>Gramedia Blog. Tautan :</a:t>
            </a:r>
          </a:p>
          <a:p>
            <a:pPr algn="l" fontAlgn="base"/>
            <a:r>
              <a:rPr lang="en-ID" sz="1300" b="0" i="0">
                <a:solidFill>
                  <a:schemeClr val="tx1"/>
                </a:solidFill>
                <a:effectLst/>
                <a:latin typeface="Lato" panose="020F0502020204030203" pitchFamily="34" charset="0"/>
                <a:ea typeface="Lato" panose="020F0502020204030203" pitchFamily="34" charset="0"/>
                <a:cs typeface="Lato" panose="020F0502020204030203" pitchFamily="34" charset="0"/>
              </a:rPr>
              <a:t>https://www.gramedia.com/literasi/pengertian-kutipan-langsung-dan-tidak-langsung/?srsltid=AfmBOoqsut-xYxj63ejoEUKyBS3ryfIC-B6SkLcVLItIkQN5clOAO5hK</a:t>
            </a:r>
            <a:endParaRPr lang="fi-FI" sz="1300" b="0" i="0">
              <a:solidFill>
                <a:schemeClr val="tx1"/>
              </a:solidFill>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907823963"/>
      </p:ext>
    </p:extLst>
  </p:cSld>
  <p:clrMapOvr>
    <a:masterClrMapping/>
  </p:clrMapOvr>
</p:sld>
</file>

<file path=ppt/theme/theme1.xml><?xml version="1.0" encoding="utf-8"?>
<a:theme xmlns:a="http://schemas.openxmlformats.org/drawingml/2006/main" name="Mutual Cooperation Project Proposal by Slidesgo">
  <a:themeElements>
    <a:clrScheme name="Simple Light">
      <a:dk1>
        <a:srgbClr val="F7F7F7"/>
      </a:dk1>
      <a:lt1>
        <a:srgbClr val="0E2184"/>
      </a:lt1>
      <a:dk2>
        <a:srgbClr val="041765"/>
      </a:dk2>
      <a:lt2>
        <a:srgbClr val="000F4B"/>
      </a:lt2>
      <a:accent1>
        <a:srgbClr val="000B3A"/>
      </a:accent1>
      <a:accent2>
        <a:srgbClr val="00051C"/>
      </a:accent2>
      <a:accent3>
        <a:srgbClr val="103CFC"/>
      </a:accent3>
      <a:accent4>
        <a:srgbClr val="4467FD"/>
      </a:accent4>
      <a:accent5>
        <a:srgbClr val="6883FA"/>
      </a:accent5>
      <a:accent6>
        <a:srgbClr val="839AFA"/>
      </a:accent6>
      <a:hlink>
        <a:srgbClr val="F7F7F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991</TotalTime>
  <Words>2217</Words>
  <Application>Microsoft Office PowerPoint</Application>
  <PresentationFormat>On-screen Show (16:9)</PresentationFormat>
  <Paragraphs>314</Paragraphs>
  <Slides>34</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Lato</vt:lpstr>
      <vt:lpstr>Times New Roman</vt:lpstr>
      <vt:lpstr>Nunito Light</vt:lpstr>
      <vt:lpstr>Anaheim</vt:lpstr>
      <vt:lpstr>Montserrat ExtraBold</vt:lpstr>
      <vt:lpstr>Montserrat</vt:lpstr>
      <vt:lpstr>Karla</vt:lpstr>
      <vt:lpstr>Raleway</vt:lpstr>
      <vt:lpstr>Arial</vt:lpstr>
      <vt:lpstr>Mutual Cooperation Project Proposal by Slidesgo</vt:lpstr>
      <vt:lpstr>Materi  Penulisan Kutipan Bahasa Indonesia</vt:lpstr>
      <vt:lpstr>PowerPoint Presentation</vt:lpstr>
      <vt:lpstr>Topik Pembahasan</vt:lpstr>
      <vt:lpstr>Topik Pembahasan</vt:lpstr>
      <vt:lpstr>PowerPoint Presentation</vt:lpstr>
      <vt:lpstr>Pengertian Kutipan</vt:lpstr>
      <vt:lpstr>Apa Itu Daftar Pustaka?</vt:lpstr>
      <vt:lpstr>Fungsi  Kutipan</vt:lpstr>
      <vt:lpstr>Fungsi Kutipan</vt:lpstr>
      <vt:lpstr>Manfaat  Kutipan</vt:lpstr>
      <vt:lpstr>Manfaat Kutipan</vt:lpstr>
      <vt:lpstr>Definisi Kutipan Langsung &amp; Tidak Langsung</vt:lpstr>
      <vt:lpstr>Definisi</vt:lpstr>
      <vt:lpstr>Kutipan Langsung</vt:lpstr>
      <vt:lpstr>Ciri-Ciri Kutipan Langsung</vt:lpstr>
      <vt:lpstr>Jenis Kutipan Langsung</vt:lpstr>
      <vt:lpstr>Jenis Kutipan Langsung</vt:lpstr>
      <vt:lpstr>Jenis Kutipan Langsung</vt:lpstr>
      <vt:lpstr>Contoh Kutipan Langsung</vt:lpstr>
      <vt:lpstr>Kutipan Tidak Langsung</vt:lpstr>
      <vt:lpstr>Ciri-Ciri Kutipan Tidak Langsung</vt:lpstr>
      <vt:lpstr>Contoh Kutipan Tidak Langsung</vt:lpstr>
      <vt:lpstr>Prinsip Membuat Kutipan Langsung &amp; Tidak Langsung</vt:lpstr>
      <vt:lpstr>Prinsip Membuat Kutipan</vt:lpstr>
      <vt:lpstr>TIPS</vt:lpstr>
      <vt:lpstr>Cara Membuat Kutipan Langsung &amp; Tidak Langsung</vt:lpstr>
      <vt:lpstr>Cara Membuat Kutipan Dari Berbagai Tulisan</vt:lpstr>
      <vt:lpstr>Cara Membuat Kutipan Dari Berbagai Tulisan</vt:lpstr>
      <vt:lpstr>Cara Membuat Kutipan Dari Berbagai Tulisan</vt:lpstr>
      <vt:lpstr>Cara Membuat Kutipan Dari Berbagai Tulisan</vt:lpstr>
      <vt:lpstr>Cara Membuat Kutipan Dari Berbagai Tulisan</vt:lpstr>
      <vt:lpstr>Cara Membuat Kutipan Dari Berbagai Tulisan</vt:lpstr>
      <vt:lpstr>Kesimpulan</vt:lpstr>
      <vt:lpstr>Referensi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 Paragraf Bahasa Indonesia</dc:title>
  <cp:lastModifiedBy>marsono polindra</cp:lastModifiedBy>
  <cp:revision>18</cp:revision>
  <dcterms:modified xsi:type="dcterms:W3CDTF">2025-05-20T08:31:00Z</dcterms:modified>
</cp:coreProperties>
</file>